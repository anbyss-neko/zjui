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466" r:id="rId3"/>
    <p:sldId id="467" r:id="rId4"/>
    <p:sldId id="420" r:id="rId5"/>
    <p:sldId id="468" r:id="rId6"/>
    <p:sldId id="469" r:id="rId7"/>
    <p:sldId id="470" r:id="rId8"/>
    <p:sldId id="484" r:id="rId9"/>
    <p:sldId id="485" r:id="rId10"/>
    <p:sldId id="471" r:id="rId11"/>
    <p:sldId id="472" r:id="rId12"/>
    <p:sldId id="465" r:id="rId13"/>
    <p:sldId id="473" r:id="rId14"/>
    <p:sldId id="474" r:id="rId15"/>
    <p:sldId id="47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79803-547F-274C-B28F-26A1FE577ABB}" v="3" dt="2025-02-26T15:28:58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7" autoAdjust="0"/>
    <p:restoredTop sz="92449" autoAdjust="0"/>
  </p:normalViewPr>
  <p:slideViewPr>
    <p:cSldViewPr snapToGrid="0">
      <p:cViewPr varScale="1">
        <p:scale>
          <a:sx n="84" d="100"/>
          <a:sy n="84" d="100"/>
        </p:scale>
        <p:origin x="816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Jiahuan" userId="74189dc3-7c4e-4658-a955-b1919aec75a3" providerId="ADAL" clId="{E9F79803-547F-274C-B28F-26A1FE577ABB}"/>
    <pc:docChg chg="custSel addSld delSld modSld">
      <pc:chgData name="Cui, Jiahuan" userId="74189dc3-7c4e-4658-a955-b1919aec75a3" providerId="ADAL" clId="{E9F79803-547F-274C-B28F-26A1FE577ABB}" dt="2025-03-02T15:33:15.949" v="20" actId="2696"/>
      <pc:docMkLst>
        <pc:docMk/>
      </pc:docMkLst>
      <pc:sldChg chg="modSp mod">
        <pc:chgData name="Cui, Jiahuan" userId="74189dc3-7c4e-4658-a955-b1919aec75a3" providerId="ADAL" clId="{E9F79803-547F-274C-B28F-26A1FE577ABB}" dt="2025-02-26T15:04:51.040" v="2" actId="20577"/>
        <pc:sldMkLst>
          <pc:docMk/>
          <pc:sldMk cId="2943049344" sldId="256"/>
        </pc:sldMkLst>
        <pc:spChg chg="mod">
          <ac:chgData name="Cui, Jiahuan" userId="74189dc3-7c4e-4658-a955-b1919aec75a3" providerId="ADAL" clId="{E9F79803-547F-274C-B28F-26A1FE577ABB}" dt="2025-02-26T15:04:51.040" v="2" actId="20577"/>
          <ac:spMkLst>
            <pc:docMk/>
            <pc:sldMk cId="2943049344" sldId="256"/>
            <ac:spMk id="3" creationId="{00000000-0000-0000-0000-000000000000}"/>
          </ac:spMkLst>
        </pc:spChg>
      </pc:sldChg>
      <pc:sldChg chg="del">
        <pc:chgData name="Cui, Jiahuan" userId="74189dc3-7c4e-4658-a955-b1919aec75a3" providerId="ADAL" clId="{E9F79803-547F-274C-B28F-26A1FE577ABB}" dt="2025-02-26T15:04:54.687" v="3" actId="2696"/>
        <pc:sldMkLst>
          <pc:docMk/>
          <pc:sldMk cId="2566521072" sldId="346"/>
        </pc:sldMkLst>
      </pc:sldChg>
      <pc:sldChg chg="add">
        <pc:chgData name="Cui, Jiahuan" userId="74189dc3-7c4e-4658-a955-b1919aec75a3" providerId="ADAL" clId="{E9F79803-547F-274C-B28F-26A1FE577ABB}" dt="2025-02-26T15:26:53.074" v="5"/>
        <pc:sldMkLst>
          <pc:docMk/>
          <pc:sldMk cId="399091544" sldId="447"/>
        </pc:sldMkLst>
      </pc:sldChg>
      <pc:sldChg chg="add">
        <pc:chgData name="Cui, Jiahuan" userId="74189dc3-7c4e-4658-a955-b1919aec75a3" providerId="ADAL" clId="{E9F79803-547F-274C-B28F-26A1FE577ABB}" dt="2025-02-26T15:26:53.074" v="5"/>
        <pc:sldMkLst>
          <pc:docMk/>
          <pc:sldMk cId="2679969215" sldId="450"/>
        </pc:sldMkLst>
      </pc:sldChg>
      <pc:sldChg chg="add">
        <pc:chgData name="Cui, Jiahuan" userId="74189dc3-7c4e-4658-a955-b1919aec75a3" providerId="ADAL" clId="{E9F79803-547F-274C-B28F-26A1FE577ABB}" dt="2025-02-26T15:26:53.074" v="5"/>
        <pc:sldMkLst>
          <pc:docMk/>
          <pc:sldMk cId="2019778743" sldId="451"/>
        </pc:sldMkLst>
      </pc:sldChg>
      <pc:sldChg chg="del">
        <pc:chgData name="Cui, Jiahuan" userId="74189dc3-7c4e-4658-a955-b1919aec75a3" providerId="ADAL" clId="{E9F79803-547F-274C-B28F-26A1FE577ABB}" dt="2025-02-26T15:04:55.258" v="4" actId="2696"/>
        <pc:sldMkLst>
          <pc:docMk/>
          <pc:sldMk cId="3531888408" sldId="458"/>
        </pc:sldMkLst>
      </pc:sldChg>
      <pc:sldChg chg="add del">
        <pc:chgData name="Cui, Jiahuan" userId="74189dc3-7c4e-4658-a955-b1919aec75a3" providerId="ADAL" clId="{E9F79803-547F-274C-B28F-26A1FE577ABB}" dt="2025-02-26T15:26:59.091" v="6" actId="2696"/>
        <pc:sldMkLst>
          <pc:docMk/>
          <pc:sldMk cId="1542344342" sldId="460"/>
        </pc:sldMkLst>
      </pc:sldChg>
      <pc:sldChg chg="modSp mod">
        <pc:chgData name="Cui, Jiahuan" userId="74189dc3-7c4e-4658-a955-b1919aec75a3" providerId="ADAL" clId="{E9F79803-547F-274C-B28F-26A1FE577ABB}" dt="2025-02-26T15:27:52.172" v="7" actId="33524"/>
        <pc:sldMkLst>
          <pc:docMk/>
          <pc:sldMk cId="1280982446" sldId="465"/>
        </pc:sldMkLst>
        <pc:spChg chg="mod">
          <ac:chgData name="Cui, Jiahuan" userId="74189dc3-7c4e-4658-a955-b1919aec75a3" providerId="ADAL" clId="{E9F79803-547F-274C-B28F-26A1FE577ABB}" dt="2025-02-26T15:27:52.172" v="7" actId="33524"/>
          <ac:spMkLst>
            <pc:docMk/>
            <pc:sldMk cId="1280982446" sldId="465"/>
            <ac:spMk id="9" creationId="{084AD2B0-C0A2-462C-8955-E12D768C24DC}"/>
          </ac:spMkLst>
        </pc:spChg>
      </pc:sldChg>
      <pc:sldChg chg="delSp mod delAnim">
        <pc:chgData name="Cui, Jiahuan" userId="74189dc3-7c4e-4658-a955-b1919aec75a3" providerId="ADAL" clId="{E9F79803-547F-274C-B28F-26A1FE577ABB}" dt="2025-02-26T15:29:24.495" v="19" actId="478"/>
        <pc:sldMkLst>
          <pc:docMk/>
          <pc:sldMk cId="2585844722" sldId="471"/>
        </pc:sldMkLst>
      </pc:sldChg>
      <pc:sldChg chg="delSp mod delAnim">
        <pc:chgData name="Cui, Jiahuan" userId="74189dc3-7c4e-4658-a955-b1919aec75a3" providerId="ADAL" clId="{E9F79803-547F-274C-B28F-26A1FE577ABB}" dt="2025-02-26T15:29:18.884" v="17" actId="478"/>
        <pc:sldMkLst>
          <pc:docMk/>
          <pc:sldMk cId="3279451701" sldId="472"/>
        </pc:sldMkLst>
      </pc:sldChg>
      <pc:sldChg chg="del">
        <pc:chgData name="Cui, Jiahuan" userId="74189dc3-7c4e-4658-a955-b1919aec75a3" providerId="ADAL" clId="{E9F79803-547F-274C-B28F-26A1FE577ABB}" dt="2025-02-26T15:28:03.113" v="8" actId="2696"/>
        <pc:sldMkLst>
          <pc:docMk/>
          <pc:sldMk cId="2270838562" sldId="475"/>
        </pc:sldMkLst>
      </pc:sldChg>
      <pc:sldChg chg="del">
        <pc:chgData name="Cui, Jiahuan" userId="74189dc3-7c4e-4658-a955-b1919aec75a3" providerId="ADAL" clId="{E9F79803-547F-274C-B28F-26A1FE577ABB}" dt="2025-02-26T15:28:06.134" v="9" actId="2696"/>
        <pc:sldMkLst>
          <pc:docMk/>
          <pc:sldMk cId="2854305777" sldId="476"/>
        </pc:sldMkLst>
      </pc:sldChg>
      <pc:sldChg chg="delSp modSp mod delAnim modAnim">
        <pc:chgData name="Cui, Jiahuan" userId="74189dc3-7c4e-4658-a955-b1919aec75a3" providerId="ADAL" clId="{E9F79803-547F-274C-B28F-26A1FE577ABB}" dt="2025-02-26T15:28:58.941" v="15" actId="20577"/>
        <pc:sldMkLst>
          <pc:docMk/>
          <pc:sldMk cId="3147288468" sldId="477"/>
        </pc:sldMkLst>
        <pc:spChg chg="mod">
          <ac:chgData name="Cui, Jiahuan" userId="74189dc3-7c4e-4658-a955-b1919aec75a3" providerId="ADAL" clId="{E9F79803-547F-274C-B28F-26A1FE577ABB}" dt="2025-02-26T15:28:58.941" v="15" actId="20577"/>
          <ac:spMkLst>
            <pc:docMk/>
            <pc:sldMk cId="3147288468" sldId="477"/>
            <ac:spMk id="13" creationId="{2A7BD133-E38D-4D35-B5CE-24F2FABADAE0}"/>
          </ac:spMkLst>
        </pc:spChg>
      </pc:sldChg>
      <pc:sldChg chg="del">
        <pc:chgData name="Cui, Jiahuan" userId="74189dc3-7c4e-4658-a955-b1919aec75a3" providerId="ADAL" clId="{E9F79803-547F-274C-B28F-26A1FE577ABB}" dt="2025-03-02T15:33:15.949" v="20" actId="2696"/>
        <pc:sldMkLst>
          <pc:docMk/>
          <pc:sldMk cId="1534363106" sldId="478"/>
        </pc:sldMkLst>
      </pc:sldChg>
      <pc:sldChg chg="del">
        <pc:chgData name="Cui, Jiahuan" userId="74189dc3-7c4e-4658-a955-b1919aec75a3" providerId="ADAL" clId="{E9F79803-547F-274C-B28F-26A1FE577ABB}" dt="2025-03-02T15:33:15.949" v="20" actId="2696"/>
        <pc:sldMkLst>
          <pc:docMk/>
          <pc:sldMk cId="2544928290" sldId="479"/>
        </pc:sldMkLst>
      </pc:sldChg>
      <pc:sldChg chg="del">
        <pc:chgData name="Cui, Jiahuan" userId="74189dc3-7c4e-4658-a955-b1919aec75a3" providerId="ADAL" clId="{E9F79803-547F-274C-B28F-26A1FE577ABB}" dt="2025-02-26T15:28:17.845" v="10" actId="2696"/>
        <pc:sldMkLst>
          <pc:docMk/>
          <pc:sldMk cId="484023814" sldId="481"/>
        </pc:sldMkLst>
      </pc:sldChg>
      <pc:sldChg chg="del">
        <pc:chgData name="Cui, Jiahuan" userId="74189dc3-7c4e-4658-a955-b1919aec75a3" providerId="ADAL" clId="{E9F79803-547F-274C-B28F-26A1FE577ABB}" dt="2025-02-26T15:28:18.648" v="11" actId="2696"/>
        <pc:sldMkLst>
          <pc:docMk/>
          <pc:sldMk cId="1301431545" sldId="482"/>
        </pc:sldMkLst>
      </pc:sldChg>
      <pc:sldChg chg="delSp modSp del mod delAnim modAnim">
        <pc:chgData name="Cui, Jiahuan" userId="74189dc3-7c4e-4658-a955-b1919aec75a3" providerId="ADAL" clId="{E9F79803-547F-274C-B28F-26A1FE577ABB}" dt="2025-03-02T15:33:15.949" v="20" actId="2696"/>
        <pc:sldMkLst>
          <pc:docMk/>
          <pc:sldMk cId="2014665250" sldId="4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E6E16-4E3A-4AD1-BF8F-40C768BA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389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9A199-9094-412E-AD92-571A1458C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1131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Lecture 05 -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C9A199-9094-412E-AD92-571A1458CB65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EAD59-3789-4136-9022-85F70FDD1C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1/20/2021</a:t>
            </a:r>
          </a:p>
        </p:txBody>
      </p:sp>
    </p:spTree>
    <p:extLst>
      <p:ext uri="{BB962C8B-B14F-4D97-AF65-F5344CB8AC3E}">
        <p14:creationId xmlns:p14="http://schemas.microsoft.com/office/powerpoint/2010/main" val="378359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0DD6375-310B-4489-9CB3-1434F06E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not use computer, since the computer gets information from the tables, figures and equations of states</a:t>
            </a:r>
          </a:p>
        </p:txBody>
      </p:sp>
    </p:spTree>
    <p:extLst>
      <p:ext uri="{BB962C8B-B14F-4D97-AF65-F5344CB8AC3E}">
        <p14:creationId xmlns:p14="http://schemas.microsoft.com/office/powerpoint/2010/main" val="4035561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0DD6375-310B-4489-9CB3-1434F06E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289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124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66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3E1F71D-7571-42E3-ADC9-07DE40459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Does not apply for an incompressible fluid.</a:t>
            </a:r>
            <a:r>
              <a:rPr lang="en-US" baseline="0" dirty="0"/>
              <a:t> For example, given T &amp; v =&gt; u is known, but h is not.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885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480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161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884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353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730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843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219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827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82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A85-BA68-4A6E-89EC-89F77F1DBAA3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F983-55B3-4486-B781-620F6DBD51A8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6A44-F112-465B-9F17-6AEA6575836A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0868-52FB-4F0E-9E4D-CD408078E6C2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D7E3-7B3F-4FC2-A5AD-80CAB07EB05E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B53F-12C9-4728-B471-936897AB026F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25B4-0C05-495D-A3E2-85B0ED0F6FCD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0CB2-E014-4BC5-8CDD-632662D6D7CF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CFA-11BF-42B2-BD96-FC517D0EB8FE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60C0-9620-432C-8D8D-9C06BB5BB575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E5B-EB16-47B8-B0BB-3B146A954241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12EF-7246-4ADC-BC0E-7B12542E401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 200</a:t>
            </a:r>
            <a:br>
              <a:rPr lang="en-US" b="1" dirty="0"/>
            </a:br>
            <a:r>
              <a:rPr lang="en-US" sz="5300" b="1" dirty="0"/>
              <a:t>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Lecture 06 – Properties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" y="26081"/>
            <a:ext cx="894522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Methods for Determining States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8EE253-5F2D-44E2-8BA5-4B25C5533B02}"/>
              </a:ext>
            </a:extLst>
          </p:cNvPr>
          <p:cNvSpPr txBox="1"/>
          <p:nvPr/>
        </p:nvSpPr>
        <p:spPr>
          <a:xfrm>
            <a:off x="383753" y="791907"/>
            <a:ext cx="8613943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Tables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Figures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Equation of States (EOS)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234116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Figures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3EA7B86-D361-4FCC-B5E2-5BB90C380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544" y="-3864"/>
            <a:ext cx="7077456" cy="6905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7194C-B204-4C4E-B746-415F35C589B0}"/>
              </a:ext>
            </a:extLst>
          </p:cNvPr>
          <p:cNvSpPr txBox="1"/>
          <p:nvPr/>
        </p:nvSpPr>
        <p:spPr>
          <a:xfrm>
            <a:off x="168869" y="540639"/>
            <a:ext cx="24496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Figures</a:t>
            </a:r>
          </a:p>
          <a:p>
            <a:pPr>
              <a:spcAft>
                <a:spcPts val="600"/>
              </a:spcAft>
            </a:pPr>
            <a:endParaRPr lang="en-US" altLang="zh-CN" sz="2000" b="1" dirty="0">
              <a:latin typeface="+mj-lt"/>
            </a:endParaRP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latin typeface="+mj-lt"/>
              </a:rPr>
              <a:t>Temperature–entropy diagram for water (SI units).</a:t>
            </a:r>
          </a:p>
          <a:p>
            <a:pPr>
              <a:spcAft>
                <a:spcPts val="600"/>
              </a:spcAft>
            </a:pPr>
            <a:endParaRPr lang="en-US" altLang="zh-CN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700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Tables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75F67CC-85A5-4825-BC0D-418499797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70" y="666085"/>
            <a:ext cx="7109460" cy="576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72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Tables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4A7AB6-40E8-441A-8D8C-46E58BCAA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870" y="6456656"/>
            <a:ext cx="677332" cy="3640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2841B32-BEF4-4504-B202-D0DDF67F4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39" y="761712"/>
            <a:ext cx="7109460" cy="5768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1590452-CD62-44AA-B80D-4BE421F4C0E3}"/>
              </a:ext>
            </a:extLst>
          </p:cNvPr>
          <p:cNvSpPr/>
          <p:nvPr/>
        </p:nvSpPr>
        <p:spPr>
          <a:xfrm>
            <a:off x="114741" y="974770"/>
            <a:ext cx="5486400" cy="1020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2B1FB0-7836-4937-BD1F-E98082DB54DA}"/>
              </a:ext>
            </a:extLst>
          </p:cNvPr>
          <p:cNvGrpSpPr>
            <a:grpSpLocks noChangeAspect="1"/>
          </p:cNvGrpSpPr>
          <p:nvPr/>
        </p:nvGrpSpPr>
        <p:grpSpPr>
          <a:xfrm>
            <a:off x="5879836" y="3148683"/>
            <a:ext cx="3154267" cy="2519426"/>
            <a:chOff x="4275200" y="2031372"/>
            <a:chExt cx="5257114" cy="419904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8B4D36D-4E1A-4CC1-B1ED-328FE041C3E2}"/>
                </a:ext>
              </a:extLst>
            </p:cNvPr>
            <p:cNvSpPr/>
            <p:nvPr/>
          </p:nvSpPr>
          <p:spPr>
            <a:xfrm>
              <a:off x="5603629" y="2031372"/>
              <a:ext cx="3576471" cy="1737747"/>
            </a:xfrm>
            <a:custGeom>
              <a:avLst/>
              <a:gdLst>
                <a:gd name="connsiteX0" fmla="*/ 751840 w 3322320"/>
                <a:gd name="connsiteY0" fmla="*/ 1737360 h 1737360"/>
                <a:gd name="connsiteX1" fmla="*/ 294640 w 3322320"/>
                <a:gd name="connsiteY1" fmla="*/ 1737360 h 1737360"/>
                <a:gd name="connsiteX2" fmla="*/ 0 w 3322320"/>
                <a:gd name="connsiteY2" fmla="*/ 1087120 h 1737360"/>
                <a:gd name="connsiteX3" fmla="*/ 10160 w 3322320"/>
                <a:gd name="connsiteY3" fmla="*/ 975360 h 1737360"/>
                <a:gd name="connsiteX4" fmla="*/ 20320 w 3322320"/>
                <a:gd name="connsiteY4" fmla="*/ 40640 h 1737360"/>
                <a:gd name="connsiteX5" fmla="*/ 3322320 w 3322320"/>
                <a:gd name="connsiteY5" fmla="*/ 0 h 1737360"/>
                <a:gd name="connsiteX6" fmla="*/ 3322320 w 3322320"/>
                <a:gd name="connsiteY6" fmla="*/ 1706880 h 1737360"/>
                <a:gd name="connsiteX7" fmla="*/ 751840 w 3322320"/>
                <a:gd name="connsiteY7" fmla="*/ 1737360 h 1737360"/>
                <a:gd name="connsiteX0" fmla="*/ 751840 w 3322320"/>
                <a:gd name="connsiteY0" fmla="*/ 1737360 h 1737360"/>
                <a:gd name="connsiteX1" fmla="*/ 294640 w 3322320"/>
                <a:gd name="connsiteY1" fmla="*/ 1737360 h 1737360"/>
                <a:gd name="connsiteX2" fmla="*/ 0 w 3322320"/>
                <a:gd name="connsiteY2" fmla="*/ 1087120 h 1737360"/>
                <a:gd name="connsiteX3" fmla="*/ 20320 w 3322320"/>
                <a:gd name="connsiteY3" fmla="*/ 40640 h 1737360"/>
                <a:gd name="connsiteX4" fmla="*/ 3322320 w 3322320"/>
                <a:gd name="connsiteY4" fmla="*/ 0 h 1737360"/>
                <a:gd name="connsiteX5" fmla="*/ 3322320 w 3322320"/>
                <a:gd name="connsiteY5" fmla="*/ 1706880 h 1737360"/>
                <a:gd name="connsiteX6" fmla="*/ 751840 w 3322320"/>
                <a:gd name="connsiteY6" fmla="*/ 1737360 h 1737360"/>
                <a:gd name="connsiteX0" fmla="*/ 993870 w 3564350"/>
                <a:gd name="connsiteY0" fmla="*/ 1737360 h 1737360"/>
                <a:gd name="connsiteX1" fmla="*/ 536670 w 3564350"/>
                <a:gd name="connsiteY1" fmla="*/ 1737360 h 1737360"/>
                <a:gd name="connsiteX2" fmla="*/ 242030 w 3564350"/>
                <a:gd name="connsiteY2" fmla="*/ 1087120 h 1737360"/>
                <a:gd name="connsiteX3" fmla="*/ 262350 w 3564350"/>
                <a:gd name="connsiteY3" fmla="*/ 40640 h 1737360"/>
                <a:gd name="connsiteX4" fmla="*/ 3564350 w 3564350"/>
                <a:gd name="connsiteY4" fmla="*/ 0 h 1737360"/>
                <a:gd name="connsiteX5" fmla="*/ 3564350 w 3564350"/>
                <a:gd name="connsiteY5" fmla="*/ 1706880 h 1737360"/>
                <a:gd name="connsiteX6" fmla="*/ 993870 w 3564350"/>
                <a:gd name="connsiteY6" fmla="*/ 1737360 h 1737360"/>
                <a:gd name="connsiteX0" fmla="*/ 986550 w 3557030"/>
                <a:gd name="connsiteY0" fmla="*/ 1737360 h 1737360"/>
                <a:gd name="connsiteX1" fmla="*/ 529350 w 3557030"/>
                <a:gd name="connsiteY1" fmla="*/ 1737360 h 1737360"/>
                <a:gd name="connsiteX2" fmla="*/ 234710 w 3557030"/>
                <a:gd name="connsiteY2" fmla="*/ 1087120 h 1737360"/>
                <a:gd name="connsiteX3" fmla="*/ 255030 w 3557030"/>
                <a:gd name="connsiteY3" fmla="*/ 40640 h 1737360"/>
                <a:gd name="connsiteX4" fmla="*/ 3557030 w 3557030"/>
                <a:gd name="connsiteY4" fmla="*/ 0 h 1737360"/>
                <a:gd name="connsiteX5" fmla="*/ 3557030 w 3557030"/>
                <a:gd name="connsiteY5" fmla="*/ 1706880 h 1737360"/>
                <a:gd name="connsiteX6" fmla="*/ 986550 w 3557030"/>
                <a:gd name="connsiteY6" fmla="*/ 1737360 h 1737360"/>
                <a:gd name="connsiteX0" fmla="*/ 756068 w 3326548"/>
                <a:gd name="connsiteY0" fmla="*/ 1737360 h 1737360"/>
                <a:gd name="connsiteX1" fmla="*/ 298868 w 3326548"/>
                <a:gd name="connsiteY1" fmla="*/ 1737360 h 1737360"/>
                <a:gd name="connsiteX2" fmla="*/ 4228 w 3326548"/>
                <a:gd name="connsiteY2" fmla="*/ 1087120 h 1737360"/>
                <a:gd name="connsiteX3" fmla="*/ 24548 w 3326548"/>
                <a:gd name="connsiteY3" fmla="*/ 40640 h 1737360"/>
                <a:gd name="connsiteX4" fmla="*/ 3326548 w 3326548"/>
                <a:gd name="connsiteY4" fmla="*/ 0 h 1737360"/>
                <a:gd name="connsiteX5" fmla="*/ 3326548 w 3326548"/>
                <a:gd name="connsiteY5" fmla="*/ 1706880 h 1737360"/>
                <a:gd name="connsiteX6" fmla="*/ 756068 w 3326548"/>
                <a:gd name="connsiteY6" fmla="*/ 1737360 h 1737360"/>
                <a:gd name="connsiteX0" fmla="*/ 756068 w 3326548"/>
                <a:gd name="connsiteY0" fmla="*/ 1737360 h 1737360"/>
                <a:gd name="connsiteX1" fmla="*/ 298868 w 3326548"/>
                <a:gd name="connsiteY1" fmla="*/ 1737360 h 1737360"/>
                <a:gd name="connsiteX2" fmla="*/ 4228 w 3326548"/>
                <a:gd name="connsiteY2" fmla="*/ 1087120 h 1737360"/>
                <a:gd name="connsiteX3" fmla="*/ 24548 w 3326548"/>
                <a:gd name="connsiteY3" fmla="*/ 40640 h 1737360"/>
                <a:gd name="connsiteX4" fmla="*/ 3326548 w 3326548"/>
                <a:gd name="connsiteY4" fmla="*/ 0 h 1737360"/>
                <a:gd name="connsiteX5" fmla="*/ 3326548 w 3326548"/>
                <a:gd name="connsiteY5" fmla="*/ 1706880 h 1737360"/>
                <a:gd name="connsiteX6" fmla="*/ 756068 w 3326548"/>
                <a:gd name="connsiteY6" fmla="*/ 1737360 h 1737360"/>
                <a:gd name="connsiteX0" fmla="*/ 764386 w 3334866"/>
                <a:gd name="connsiteY0" fmla="*/ 1737360 h 1737360"/>
                <a:gd name="connsiteX1" fmla="*/ 307186 w 3334866"/>
                <a:gd name="connsiteY1" fmla="*/ 1737360 h 1737360"/>
                <a:gd name="connsiteX2" fmla="*/ 12546 w 3334866"/>
                <a:gd name="connsiteY2" fmla="*/ 1087120 h 1737360"/>
                <a:gd name="connsiteX3" fmla="*/ 32866 w 3334866"/>
                <a:gd name="connsiteY3" fmla="*/ 40640 h 1737360"/>
                <a:gd name="connsiteX4" fmla="*/ 3334866 w 3334866"/>
                <a:gd name="connsiteY4" fmla="*/ 0 h 1737360"/>
                <a:gd name="connsiteX5" fmla="*/ 3334866 w 3334866"/>
                <a:gd name="connsiteY5" fmla="*/ 1706880 h 1737360"/>
                <a:gd name="connsiteX6" fmla="*/ 764386 w 3334866"/>
                <a:gd name="connsiteY6" fmla="*/ 1737360 h 1737360"/>
                <a:gd name="connsiteX0" fmla="*/ 736853 w 3307333"/>
                <a:gd name="connsiteY0" fmla="*/ 1737360 h 1737360"/>
                <a:gd name="connsiteX1" fmla="*/ 279653 w 3307333"/>
                <a:gd name="connsiteY1" fmla="*/ 1737360 h 1737360"/>
                <a:gd name="connsiteX2" fmla="*/ 25653 w 3307333"/>
                <a:gd name="connsiteY2" fmla="*/ 1097280 h 1737360"/>
                <a:gd name="connsiteX3" fmla="*/ 5333 w 3307333"/>
                <a:gd name="connsiteY3" fmla="*/ 40640 h 1737360"/>
                <a:gd name="connsiteX4" fmla="*/ 3307333 w 3307333"/>
                <a:gd name="connsiteY4" fmla="*/ 0 h 1737360"/>
                <a:gd name="connsiteX5" fmla="*/ 3307333 w 3307333"/>
                <a:gd name="connsiteY5" fmla="*/ 1706880 h 1737360"/>
                <a:gd name="connsiteX6" fmla="*/ 736853 w 3307333"/>
                <a:gd name="connsiteY6" fmla="*/ 1737360 h 1737360"/>
                <a:gd name="connsiteX0" fmla="*/ 736853 w 3307333"/>
                <a:gd name="connsiteY0" fmla="*/ 1737360 h 1785922"/>
                <a:gd name="connsiteX1" fmla="*/ 279653 w 3307333"/>
                <a:gd name="connsiteY1" fmla="*/ 1737360 h 1785922"/>
                <a:gd name="connsiteX2" fmla="*/ 25653 w 3307333"/>
                <a:gd name="connsiteY2" fmla="*/ 1097280 h 1785922"/>
                <a:gd name="connsiteX3" fmla="*/ 5333 w 3307333"/>
                <a:gd name="connsiteY3" fmla="*/ 40640 h 1785922"/>
                <a:gd name="connsiteX4" fmla="*/ 3307333 w 3307333"/>
                <a:gd name="connsiteY4" fmla="*/ 0 h 1785922"/>
                <a:gd name="connsiteX5" fmla="*/ 3307333 w 3307333"/>
                <a:gd name="connsiteY5" fmla="*/ 1706880 h 1785922"/>
                <a:gd name="connsiteX6" fmla="*/ 736853 w 3307333"/>
                <a:gd name="connsiteY6" fmla="*/ 1737360 h 1785922"/>
                <a:gd name="connsiteX0" fmla="*/ 741051 w 3311531"/>
                <a:gd name="connsiteY0" fmla="*/ 1737360 h 1742259"/>
                <a:gd name="connsiteX1" fmla="*/ 294042 w 3311531"/>
                <a:gd name="connsiteY1" fmla="*/ 1656080 h 1742259"/>
                <a:gd name="connsiteX2" fmla="*/ 29851 w 3311531"/>
                <a:gd name="connsiteY2" fmla="*/ 1097280 h 1742259"/>
                <a:gd name="connsiteX3" fmla="*/ 9531 w 3311531"/>
                <a:gd name="connsiteY3" fmla="*/ 40640 h 1742259"/>
                <a:gd name="connsiteX4" fmla="*/ 3311531 w 3311531"/>
                <a:gd name="connsiteY4" fmla="*/ 0 h 1742259"/>
                <a:gd name="connsiteX5" fmla="*/ 3311531 w 3311531"/>
                <a:gd name="connsiteY5" fmla="*/ 1706880 h 1742259"/>
                <a:gd name="connsiteX6" fmla="*/ 741051 w 3311531"/>
                <a:gd name="connsiteY6" fmla="*/ 1737360 h 1742259"/>
                <a:gd name="connsiteX0" fmla="*/ 741051 w 3311531"/>
                <a:gd name="connsiteY0" fmla="*/ 1737360 h 1737747"/>
                <a:gd name="connsiteX1" fmla="*/ 294042 w 3311531"/>
                <a:gd name="connsiteY1" fmla="*/ 1656080 h 1737747"/>
                <a:gd name="connsiteX2" fmla="*/ 29851 w 3311531"/>
                <a:gd name="connsiteY2" fmla="*/ 1097280 h 1737747"/>
                <a:gd name="connsiteX3" fmla="*/ 9531 w 3311531"/>
                <a:gd name="connsiteY3" fmla="*/ 40640 h 1737747"/>
                <a:gd name="connsiteX4" fmla="*/ 3311531 w 3311531"/>
                <a:gd name="connsiteY4" fmla="*/ 0 h 1737747"/>
                <a:gd name="connsiteX5" fmla="*/ 3311531 w 3311531"/>
                <a:gd name="connsiteY5" fmla="*/ 1706880 h 1737747"/>
                <a:gd name="connsiteX6" fmla="*/ 741051 w 3311531"/>
                <a:gd name="connsiteY6" fmla="*/ 1737360 h 173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1531" h="1737747">
                  <a:moveTo>
                    <a:pt x="741051" y="1737360"/>
                  </a:moveTo>
                  <a:cubicBezTo>
                    <a:pt x="582943" y="1732280"/>
                    <a:pt x="412575" y="1762760"/>
                    <a:pt x="294042" y="1656080"/>
                  </a:cubicBezTo>
                  <a:cubicBezTo>
                    <a:pt x="175509" y="1549400"/>
                    <a:pt x="77269" y="1366520"/>
                    <a:pt x="29851" y="1097280"/>
                  </a:cubicBezTo>
                  <a:cubicBezTo>
                    <a:pt x="-17567" y="828040"/>
                    <a:pt x="4451" y="506307"/>
                    <a:pt x="9531" y="40640"/>
                  </a:cubicBezTo>
                  <a:lnTo>
                    <a:pt x="3311531" y="0"/>
                  </a:lnTo>
                  <a:lnTo>
                    <a:pt x="3311531" y="1706880"/>
                  </a:lnTo>
                  <a:lnTo>
                    <a:pt x="741051" y="173736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3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DD1F037-4977-43C3-A5FA-7E70E8759EF6}"/>
                </a:ext>
              </a:extLst>
            </p:cNvPr>
            <p:cNvSpPr/>
            <p:nvPr/>
          </p:nvSpPr>
          <p:spPr>
            <a:xfrm>
              <a:off x="5228707" y="3809241"/>
              <a:ext cx="4006427" cy="1778133"/>
            </a:xfrm>
            <a:custGeom>
              <a:avLst/>
              <a:gdLst>
                <a:gd name="connsiteX0" fmla="*/ 0 w 3698240"/>
                <a:gd name="connsiteY0" fmla="*/ 1771829 h 1853109"/>
                <a:gd name="connsiteX1" fmla="*/ 426720 w 3698240"/>
                <a:gd name="connsiteY1" fmla="*/ 664389 h 1853109"/>
                <a:gd name="connsiteX2" fmla="*/ 1178560 w 3698240"/>
                <a:gd name="connsiteY2" fmla="*/ 3989 h 1853109"/>
                <a:gd name="connsiteX3" fmla="*/ 2011680 w 3698240"/>
                <a:gd name="connsiteY3" fmla="*/ 959029 h 1853109"/>
                <a:gd name="connsiteX4" fmla="*/ 2753360 w 3698240"/>
                <a:gd name="connsiteY4" fmla="*/ 1660069 h 1853109"/>
                <a:gd name="connsiteX5" fmla="*/ 3698240 w 3698240"/>
                <a:gd name="connsiteY5" fmla="*/ 1853109 h 1853109"/>
                <a:gd name="connsiteX0" fmla="*/ 0 w 3698240"/>
                <a:gd name="connsiteY0" fmla="*/ 1771829 h 1853109"/>
                <a:gd name="connsiteX1" fmla="*/ 426720 w 3698240"/>
                <a:gd name="connsiteY1" fmla="*/ 664389 h 1853109"/>
                <a:gd name="connsiteX2" fmla="*/ 1097280 w 3698240"/>
                <a:gd name="connsiteY2" fmla="*/ 3989 h 1853109"/>
                <a:gd name="connsiteX3" fmla="*/ 2011680 w 3698240"/>
                <a:gd name="connsiteY3" fmla="*/ 959029 h 1853109"/>
                <a:gd name="connsiteX4" fmla="*/ 2753360 w 3698240"/>
                <a:gd name="connsiteY4" fmla="*/ 1660069 h 1853109"/>
                <a:gd name="connsiteX5" fmla="*/ 3698240 w 3698240"/>
                <a:gd name="connsiteY5" fmla="*/ 1853109 h 1853109"/>
                <a:gd name="connsiteX0" fmla="*/ 0 w 3698240"/>
                <a:gd name="connsiteY0" fmla="*/ 1767844 h 1849124"/>
                <a:gd name="connsiteX1" fmla="*/ 426720 w 3698240"/>
                <a:gd name="connsiteY1" fmla="*/ 660404 h 1849124"/>
                <a:gd name="connsiteX2" fmla="*/ 1097280 w 3698240"/>
                <a:gd name="connsiteY2" fmla="*/ 4 h 1849124"/>
                <a:gd name="connsiteX3" fmla="*/ 2011680 w 3698240"/>
                <a:gd name="connsiteY3" fmla="*/ 955044 h 1849124"/>
                <a:gd name="connsiteX4" fmla="*/ 2753360 w 3698240"/>
                <a:gd name="connsiteY4" fmla="*/ 1656084 h 1849124"/>
                <a:gd name="connsiteX5" fmla="*/ 3698240 w 3698240"/>
                <a:gd name="connsiteY5" fmla="*/ 1849124 h 1849124"/>
                <a:gd name="connsiteX0" fmla="*/ 0 w 3698240"/>
                <a:gd name="connsiteY0" fmla="*/ 1767844 h 1849124"/>
                <a:gd name="connsiteX1" fmla="*/ 426720 w 3698240"/>
                <a:gd name="connsiteY1" fmla="*/ 660404 h 1849124"/>
                <a:gd name="connsiteX2" fmla="*/ 1097280 w 3698240"/>
                <a:gd name="connsiteY2" fmla="*/ 4 h 1849124"/>
                <a:gd name="connsiteX3" fmla="*/ 2011680 w 3698240"/>
                <a:gd name="connsiteY3" fmla="*/ 955044 h 1849124"/>
                <a:gd name="connsiteX4" fmla="*/ 2753360 w 3698240"/>
                <a:gd name="connsiteY4" fmla="*/ 1656084 h 1849124"/>
                <a:gd name="connsiteX5" fmla="*/ 3698240 w 3698240"/>
                <a:gd name="connsiteY5" fmla="*/ 1849124 h 1849124"/>
                <a:gd name="connsiteX0" fmla="*/ 0 w 3698240"/>
                <a:gd name="connsiteY0" fmla="*/ 1767844 h 1849124"/>
                <a:gd name="connsiteX1" fmla="*/ 426720 w 3698240"/>
                <a:gd name="connsiteY1" fmla="*/ 660404 h 1849124"/>
                <a:gd name="connsiteX2" fmla="*/ 1097280 w 3698240"/>
                <a:gd name="connsiteY2" fmla="*/ 4 h 1849124"/>
                <a:gd name="connsiteX3" fmla="*/ 2011680 w 3698240"/>
                <a:gd name="connsiteY3" fmla="*/ 955044 h 1849124"/>
                <a:gd name="connsiteX4" fmla="*/ 2753360 w 3698240"/>
                <a:gd name="connsiteY4" fmla="*/ 1554484 h 1849124"/>
                <a:gd name="connsiteX5" fmla="*/ 3698240 w 3698240"/>
                <a:gd name="connsiteY5" fmla="*/ 1849124 h 1849124"/>
                <a:gd name="connsiteX0" fmla="*/ 0 w 3698240"/>
                <a:gd name="connsiteY0" fmla="*/ 1767844 h 1778004"/>
                <a:gd name="connsiteX1" fmla="*/ 426720 w 3698240"/>
                <a:gd name="connsiteY1" fmla="*/ 660404 h 1778004"/>
                <a:gd name="connsiteX2" fmla="*/ 1097280 w 3698240"/>
                <a:gd name="connsiteY2" fmla="*/ 4 h 1778004"/>
                <a:gd name="connsiteX3" fmla="*/ 2011680 w 3698240"/>
                <a:gd name="connsiteY3" fmla="*/ 955044 h 1778004"/>
                <a:gd name="connsiteX4" fmla="*/ 2753360 w 3698240"/>
                <a:gd name="connsiteY4" fmla="*/ 1554484 h 1778004"/>
                <a:gd name="connsiteX5" fmla="*/ 3698240 w 3698240"/>
                <a:gd name="connsiteY5" fmla="*/ 1778004 h 1778004"/>
                <a:gd name="connsiteX0" fmla="*/ 0 w 3698240"/>
                <a:gd name="connsiteY0" fmla="*/ 1767843 h 1778003"/>
                <a:gd name="connsiteX1" fmla="*/ 426720 w 3698240"/>
                <a:gd name="connsiteY1" fmla="*/ 660403 h 1778003"/>
                <a:gd name="connsiteX2" fmla="*/ 1097280 w 3698240"/>
                <a:gd name="connsiteY2" fmla="*/ 3 h 1778003"/>
                <a:gd name="connsiteX3" fmla="*/ 2011680 w 3698240"/>
                <a:gd name="connsiteY3" fmla="*/ 955043 h 1778003"/>
                <a:gd name="connsiteX4" fmla="*/ 2753360 w 3698240"/>
                <a:gd name="connsiteY4" fmla="*/ 1554483 h 1778003"/>
                <a:gd name="connsiteX5" fmla="*/ 3698240 w 3698240"/>
                <a:gd name="connsiteY5" fmla="*/ 1778003 h 1778003"/>
                <a:gd name="connsiteX0" fmla="*/ 0 w 3698240"/>
                <a:gd name="connsiteY0" fmla="*/ 1767843 h 1778003"/>
                <a:gd name="connsiteX1" fmla="*/ 426720 w 3698240"/>
                <a:gd name="connsiteY1" fmla="*/ 660403 h 1778003"/>
                <a:gd name="connsiteX2" fmla="*/ 1097280 w 3698240"/>
                <a:gd name="connsiteY2" fmla="*/ 3 h 1778003"/>
                <a:gd name="connsiteX3" fmla="*/ 2011680 w 3698240"/>
                <a:gd name="connsiteY3" fmla="*/ 955043 h 1778003"/>
                <a:gd name="connsiteX4" fmla="*/ 2753360 w 3698240"/>
                <a:gd name="connsiteY4" fmla="*/ 1554483 h 1778003"/>
                <a:gd name="connsiteX5" fmla="*/ 3698240 w 3698240"/>
                <a:gd name="connsiteY5" fmla="*/ 1778003 h 1778003"/>
                <a:gd name="connsiteX0" fmla="*/ 0 w 3698240"/>
                <a:gd name="connsiteY0" fmla="*/ 1767843 h 1778003"/>
                <a:gd name="connsiteX1" fmla="*/ 426720 w 3698240"/>
                <a:gd name="connsiteY1" fmla="*/ 660403 h 1778003"/>
                <a:gd name="connsiteX2" fmla="*/ 1097280 w 3698240"/>
                <a:gd name="connsiteY2" fmla="*/ 3 h 1778003"/>
                <a:gd name="connsiteX3" fmla="*/ 2011680 w 3698240"/>
                <a:gd name="connsiteY3" fmla="*/ 955043 h 1778003"/>
                <a:gd name="connsiteX4" fmla="*/ 2753360 w 3698240"/>
                <a:gd name="connsiteY4" fmla="*/ 1554483 h 1778003"/>
                <a:gd name="connsiteX5" fmla="*/ 3698240 w 3698240"/>
                <a:gd name="connsiteY5" fmla="*/ 1778003 h 1778003"/>
                <a:gd name="connsiteX0" fmla="*/ 0 w 3698240"/>
                <a:gd name="connsiteY0" fmla="*/ 1767843 h 1778003"/>
                <a:gd name="connsiteX1" fmla="*/ 426720 w 3698240"/>
                <a:gd name="connsiteY1" fmla="*/ 660403 h 1778003"/>
                <a:gd name="connsiteX2" fmla="*/ 1097280 w 3698240"/>
                <a:gd name="connsiteY2" fmla="*/ 3 h 1778003"/>
                <a:gd name="connsiteX3" fmla="*/ 2011680 w 3698240"/>
                <a:gd name="connsiteY3" fmla="*/ 955043 h 1778003"/>
                <a:gd name="connsiteX4" fmla="*/ 2753360 w 3698240"/>
                <a:gd name="connsiteY4" fmla="*/ 1554483 h 1778003"/>
                <a:gd name="connsiteX5" fmla="*/ 3698240 w 3698240"/>
                <a:gd name="connsiteY5" fmla="*/ 1778003 h 1778003"/>
                <a:gd name="connsiteX0" fmla="*/ 0 w 3698240"/>
                <a:gd name="connsiteY0" fmla="*/ 1767973 h 1778133"/>
                <a:gd name="connsiteX1" fmla="*/ 426720 w 3698240"/>
                <a:gd name="connsiteY1" fmla="*/ 660533 h 1778133"/>
                <a:gd name="connsiteX2" fmla="*/ 1097280 w 3698240"/>
                <a:gd name="connsiteY2" fmla="*/ 133 h 1778133"/>
                <a:gd name="connsiteX3" fmla="*/ 2011680 w 3698240"/>
                <a:gd name="connsiteY3" fmla="*/ 955173 h 1778133"/>
                <a:gd name="connsiteX4" fmla="*/ 2753360 w 3698240"/>
                <a:gd name="connsiteY4" fmla="*/ 1554613 h 1778133"/>
                <a:gd name="connsiteX5" fmla="*/ 3698240 w 3698240"/>
                <a:gd name="connsiteY5" fmla="*/ 1778133 h 1778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8240" h="1778133">
                  <a:moveTo>
                    <a:pt x="0" y="1767973"/>
                  </a:moveTo>
                  <a:cubicBezTo>
                    <a:pt x="115146" y="1361573"/>
                    <a:pt x="325120" y="853573"/>
                    <a:pt x="426720" y="660533"/>
                  </a:cubicBezTo>
                  <a:cubicBezTo>
                    <a:pt x="528320" y="467493"/>
                    <a:pt x="680720" y="11986"/>
                    <a:pt x="1097280" y="133"/>
                  </a:cubicBezTo>
                  <a:cubicBezTo>
                    <a:pt x="1513840" y="-11720"/>
                    <a:pt x="1867747" y="767213"/>
                    <a:pt x="2011680" y="955173"/>
                  </a:cubicBezTo>
                  <a:cubicBezTo>
                    <a:pt x="2155613" y="1143133"/>
                    <a:pt x="2472267" y="1417453"/>
                    <a:pt x="2753360" y="1554613"/>
                  </a:cubicBezTo>
                  <a:cubicBezTo>
                    <a:pt x="3034453" y="1691773"/>
                    <a:pt x="3366346" y="1756119"/>
                    <a:pt x="3698240" y="1778133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7C54ED-2034-4038-907F-A90E9037213C}"/>
                </a:ext>
              </a:extLst>
            </p:cNvPr>
            <p:cNvSpPr txBox="1"/>
            <p:nvPr/>
          </p:nvSpPr>
          <p:spPr>
            <a:xfrm>
              <a:off x="4275200" y="2391547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latin typeface="Times New Roman" charset="0"/>
                  <a:ea typeface="Times New Roman" charset="0"/>
                  <a:cs typeface="Times New Roman" charset="0"/>
                </a:rPr>
                <a:t>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CD374A-3074-4CE2-A92B-FD614038ED88}"/>
                </a:ext>
              </a:extLst>
            </p:cNvPr>
            <p:cNvSpPr txBox="1"/>
            <p:nvPr/>
          </p:nvSpPr>
          <p:spPr>
            <a:xfrm>
              <a:off x="8824877" y="5707195"/>
              <a:ext cx="3433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>
                  <a:latin typeface="Times New Roman" charset="0"/>
                  <a:ea typeface="Times New Roman" charset="0"/>
                  <a:cs typeface="Times New Roman" charset="0"/>
                </a:rPr>
                <a:t>v</a:t>
              </a:r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5A9C25A-5FAA-4C95-8DFC-FDA37A311F26}"/>
                </a:ext>
              </a:extLst>
            </p:cNvPr>
            <p:cNvSpPr/>
            <p:nvPr/>
          </p:nvSpPr>
          <p:spPr>
            <a:xfrm>
              <a:off x="5184681" y="3768732"/>
              <a:ext cx="1210733" cy="1818640"/>
            </a:xfrm>
            <a:custGeom>
              <a:avLst/>
              <a:gdLst>
                <a:gd name="connsiteX0" fmla="*/ 91440 w 1117600"/>
                <a:gd name="connsiteY0" fmla="*/ 1818640 h 1818640"/>
                <a:gd name="connsiteX1" fmla="*/ 0 w 1117600"/>
                <a:gd name="connsiteY1" fmla="*/ 1788160 h 1818640"/>
                <a:gd name="connsiteX2" fmla="*/ 182880 w 1117600"/>
                <a:gd name="connsiteY2" fmla="*/ 1239520 h 1818640"/>
                <a:gd name="connsiteX3" fmla="*/ 284480 w 1117600"/>
                <a:gd name="connsiteY3" fmla="*/ 985520 h 1818640"/>
                <a:gd name="connsiteX4" fmla="*/ 436880 w 1117600"/>
                <a:gd name="connsiteY4" fmla="*/ 650240 h 1818640"/>
                <a:gd name="connsiteX5" fmla="*/ 599440 w 1117600"/>
                <a:gd name="connsiteY5" fmla="*/ 355600 h 1818640"/>
                <a:gd name="connsiteX6" fmla="*/ 772160 w 1117600"/>
                <a:gd name="connsiteY6" fmla="*/ 121920 h 1818640"/>
                <a:gd name="connsiteX7" fmla="*/ 955040 w 1117600"/>
                <a:gd name="connsiteY7" fmla="*/ 20320 h 1818640"/>
                <a:gd name="connsiteX8" fmla="*/ 1087120 w 1117600"/>
                <a:gd name="connsiteY8" fmla="*/ 0 h 1818640"/>
                <a:gd name="connsiteX9" fmla="*/ 1087120 w 1117600"/>
                <a:gd name="connsiteY9" fmla="*/ 0 h 1818640"/>
                <a:gd name="connsiteX10" fmla="*/ 1117600 w 1117600"/>
                <a:gd name="connsiteY10" fmla="*/ 81280 h 1818640"/>
                <a:gd name="connsiteX11" fmla="*/ 985520 w 1117600"/>
                <a:gd name="connsiteY11" fmla="*/ 111760 h 1818640"/>
                <a:gd name="connsiteX12" fmla="*/ 863600 w 1117600"/>
                <a:gd name="connsiteY12" fmla="*/ 162560 h 1818640"/>
                <a:gd name="connsiteX13" fmla="*/ 772160 w 1117600"/>
                <a:gd name="connsiteY13" fmla="*/ 274320 h 1818640"/>
                <a:gd name="connsiteX14" fmla="*/ 701040 w 1117600"/>
                <a:gd name="connsiteY14" fmla="*/ 355600 h 1818640"/>
                <a:gd name="connsiteX15" fmla="*/ 629920 w 1117600"/>
                <a:gd name="connsiteY15" fmla="*/ 457200 h 1818640"/>
                <a:gd name="connsiteX16" fmla="*/ 528320 w 1117600"/>
                <a:gd name="connsiteY16" fmla="*/ 670560 h 1818640"/>
                <a:gd name="connsiteX17" fmla="*/ 447040 w 1117600"/>
                <a:gd name="connsiteY17" fmla="*/ 863600 h 1818640"/>
                <a:gd name="connsiteX18" fmla="*/ 335280 w 1117600"/>
                <a:gd name="connsiteY18" fmla="*/ 1107440 h 1818640"/>
                <a:gd name="connsiteX19" fmla="*/ 264160 w 1117600"/>
                <a:gd name="connsiteY19" fmla="*/ 1290320 h 1818640"/>
                <a:gd name="connsiteX20" fmla="*/ 152400 w 1117600"/>
                <a:gd name="connsiteY20" fmla="*/ 1584960 h 1818640"/>
                <a:gd name="connsiteX21" fmla="*/ 91440 w 1117600"/>
                <a:gd name="connsiteY21" fmla="*/ 1818640 h 181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7600" h="1818640">
                  <a:moveTo>
                    <a:pt x="91440" y="1818640"/>
                  </a:moveTo>
                  <a:lnTo>
                    <a:pt x="0" y="1788160"/>
                  </a:lnTo>
                  <a:lnTo>
                    <a:pt x="182880" y="1239520"/>
                  </a:lnTo>
                  <a:lnTo>
                    <a:pt x="284480" y="985520"/>
                  </a:lnTo>
                  <a:lnTo>
                    <a:pt x="436880" y="650240"/>
                  </a:lnTo>
                  <a:lnTo>
                    <a:pt x="599440" y="355600"/>
                  </a:lnTo>
                  <a:lnTo>
                    <a:pt x="772160" y="121920"/>
                  </a:lnTo>
                  <a:lnTo>
                    <a:pt x="955040" y="20320"/>
                  </a:lnTo>
                  <a:lnTo>
                    <a:pt x="1087120" y="0"/>
                  </a:lnTo>
                  <a:lnTo>
                    <a:pt x="1087120" y="0"/>
                  </a:lnTo>
                  <a:lnTo>
                    <a:pt x="1117600" y="81280"/>
                  </a:lnTo>
                  <a:lnTo>
                    <a:pt x="985520" y="111760"/>
                  </a:lnTo>
                  <a:lnTo>
                    <a:pt x="863600" y="162560"/>
                  </a:lnTo>
                  <a:lnTo>
                    <a:pt x="772160" y="274320"/>
                  </a:lnTo>
                  <a:lnTo>
                    <a:pt x="701040" y="355600"/>
                  </a:lnTo>
                  <a:lnTo>
                    <a:pt x="629920" y="457200"/>
                  </a:lnTo>
                  <a:lnTo>
                    <a:pt x="528320" y="670560"/>
                  </a:lnTo>
                  <a:lnTo>
                    <a:pt x="447040" y="863600"/>
                  </a:lnTo>
                  <a:lnTo>
                    <a:pt x="335280" y="1107440"/>
                  </a:lnTo>
                  <a:lnTo>
                    <a:pt x="264160" y="1290320"/>
                  </a:lnTo>
                  <a:lnTo>
                    <a:pt x="152400" y="1584960"/>
                  </a:lnTo>
                  <a:lnTo>
                    <a:pt x="91440" y="1818640"/>
                  </a:lnTo>
                  <a:close/>
                </a:path>
              </a:pathLst>
            </a:custGeom>
            <a:solidFill>
              <a:schemeClr val="tx2">
                <a:alpha val="40000"/>
              </a:schemeClr>
            </a:soli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D069D56E-E70A-49ED-8A57-9A1365E1F5AD}"/>
                </a:ext>
              </a:extLst>
            </p:cNvPr>
            <p:cNvSpPr/>
            <p:nvPr/>
          </p:nvSpPr>
          <p:spPr>
            <a:xfrm>
              <a:off x="6428434" y="3758572"/>
              <a:ext cx="2795693" cy="1889760"/>
            </a:xfrm>
            <a:custGeom>
              <a:avLst/>
              <a:gdLst>
                <a:gd name="connsiteX0" fmla="*/ 0 w 2580640"/>
                <a:gd name="connsiteY0" fmla="*/ 0 h 1889760"/>
                <a:gd name="connsiteX1" fmla="*/ 0 w 2580640"/>
                <a:gd name="connsiteY1" fmla="*/ 0 h 1889760"/>
                <a:gd name="connsiteX2" fmla="*/ 0 w 2580640"/>
                <a:gd name="connsiteY2" fmla="*/ 0 h 1889760"/>
                <a:gd name="connsiteX3" fmla="*/ 10160 w 2580640"/>
                <a:gd name="connsiteY3" fmla="*/ 101600 h 1889760"/>
                <a:gd name="connsiteX4" fmla="*/ 101600 w 2580640"/>
                <a:gd name="connsiteY4" fmla="*/ 111760 h 1889760"/>
                <a:gd name="connsiteX5" fmla="*/ 193040 w 2580640"/>
                <a:gd name="connsiteY5" fmla="*/ 162560 h 1889760"/>
                <a:gd name="connsiteX6" fmla="*/ 304800 w 2580640"/>
                <a:gd name="connsiteY6" fmla="*/ 254000 h 1889760"/>
                <a:gd name="connsiteX7" fmla="*/ 396240 w 2580640"/>
                <a:gd name="connsiteY7" fmla="*/ 345440 h 1889760"/>
                <a:gd name="connsiteX8" fmla="*/ 508000 w 2580640"/>
                <a:gd name="connsiteY8" fmla="*/ 477520 h 1889760"/>
                <a:gd name="connsiteX9" fmla="*/ 599440 w 2580640"/>
                <a:gd name="connsiteY9" fmla="*/ 629920 h 1889760"/>
                <a:gd name="connsiteX10" fmla="*/ 680720 w 2580640"/>
                <a:gd name="connsiteY10" fmla="*/ 751840 h 1889760"/>
                <a:gd name="connsiteX11" fmla="*/ 741680 w 2580640"/>
                <a:gd name="connsiteY11" fmla="*/ 873760 h 1889760"/>
                <a:gd name="connsiteX12" fmla="*/ 853440 w 2580640"/>
                <a:gd name="connsiteY12" fmla="*/ 1036320 h 1889760"/>
                <a:gd name="connsiteX13" fmla="*/ 955040 w 2580640"/>
                <a:gd name="connsiteY13" fmla="*/ 1148080 h 1889760"/>
                <a:gd name="connsiteX14" fmla="*/ 1076960 w 2580640"/>
                <a:gd name="connsiteY14" fmla="*/ 1280160 h 1889760"/>
                <a:gd name="connsiteX15" fmla="*/ 1249680 w 2580640"/>
                <a:gd name="connsiteY15" fmla="*/ 1412240 h 1889760"/>
                <a:gd name="connsiteX16" fmla="*/ 1412240 w 2580640"/>
                <a:gd name="connsiteY16" fmla="*/ 1544320 h 1889760"/>
                <a:gd name="connsiteX17" fmla="*/ 1574800 w 2580640"/>
                <a:gd name="connsiteY17" fmla="*/ 1635760 h 1889760"/>
                <a:gd name="connsiteX18" fmla="*/ 1788160 w 2580640"/>
                <a:gd name="connsiteY18" fmla="*/ 1727200 h 1889760"/>
                <a:gd name="connsiteX19" fmla="*/ 1930400 w 2580640"/>
                <a:gd name="connsiteY19" fmla="*/ 1778000 h 1889760"/>
                <a:gd name="connsiteX20" fmla="*/ 2143760 w 2580640"/>
                <a:gd name="connsiteY20" fmla="*/ 1828800 h 1889760"/>
                <a:gd name="connsiteX21" fmla="*/ 2326640 w 2580640"/>
                <a:gd name="connsiteY21" fmla="*/ 1859280 h 1889760"/>
                <a:gd name="connsiteX22" fmla="*/ 2580640 w 2580640"/>
                <a:gd name="connsiteY22" fmla="*/ 1889760 h 1889760"/>
                <a:gd name="connsiteX23" fmla="*/ 2580640 w 2580640"/>
                <a:gd name="connsiteY23" fmla="*/ 1788160 h 1889760"/>
                <a:gd name="connsiteX24" fmla="*/ 2357120 w 2580640"/>
                <a:gd name="connsiteY24" fmla="*/ 1767840 h 1889760"/>
                <a:gd name="connsiteX25" fmla="*/ 2113280 w 2580640"/>
                <a:gd name="connsiteY25" fmla="*/ 1717040 h 1889760"/>
                <a:gd name="connsiteX26" fmla="*/ 1950720 w 2580640"/>
                <a:gd name="connsiteY26" fmla="*/ 1666240 h 1889760"/>
                <a:gd name="connsiteX27" fmla="*/ 1696720 w 2580640"/>
                <a:gd name="connsiteY27" fmla="*/ 1584960 h 1889760"/>
                <a:gd name="connsiteX28" fmla="*/ 1524000 w 2580640"/>
                <a:gd name="connsiteY28" fmla="*/ 1483360 h 1889760"/>
                <a:gd name="connsiteX29" fmla="*/ 1361440 w 2580640"/>
                <a:gd name="connsiteY29" fmla="*/ 1361440 h 1889760"/>
                <a:gd name="connsiteX30" fmla="*/ 1178560 w 2580640"/>
                <a:gd name="connsiteY30" fmla="*/ 1239520 h 1889760"/>
                <a:gd name="connsiteX31" fmla="*/ 1046480 w 2580640"/>
                <a:gd name="connsiteY31" fmla="*/ 1076960 h 1889760"/>
                <a:gd name="connsiteX32" fmla="*/ 894080 w 2580640"/>
                <a:gd name="connsiteY32" fmla="*/ 894080 h 1889760"/>
                <a:gd name="connsiteX33" fmla="*/ 751840 w 2580640"/>
                <a:gd name="connsiteY33" fmla="*/ 660400 h 1889760"/>
                <a:gd name="connsiteX34" fmla="*/ 609600 w 2580640"/>
                <a:gd name="connsiteY34" fmla="*/ 416560 h 1889760"/>
                <a:gd name="connsiteX35" fmla="*/ 467360 w 2580640"/>
                <a:gd name="connsiteY35" fmla="*/ 233680 h 1889760"/>
                <a:gd name="connsiteX36" fmla="*/ 254000 w 2580640"/>
                <a:gd name="connsiteY36" fmla="*/ 60960 h 1889760"/>
                <a:gd name="connsiteX37" fmla="*/ 0 w 2580640"/>
                <a:gd name="connsiteY37" fmla="*/ 0 h 1889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0640" h="188976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160" y="101600"/>
                  </a:lnTo>
                  <a:lnTo>
                    <a:pt x="101600" y="111760"/>
                  </a:lnTo>
                  <a:lnTo>
                    <a:pt x="193040" y="162560"/>
                  </a:lnTo>
                  <a:lnTo>
                    <a:pt x="304800" y="254000"/>
                  </a:lnTo>
                  <a:lnTo>
                    <a:pt x="396240" y="345440"/>
                  </a:lnTo>
                  <a:lnTo>
                    <a:pt x="508000" y="477520"/>
                  </a:lnTo>
                  <a:lnTo>
                    <a:pt x="599440" y="629920"/>
                  </a:lnTo>
                  <a:lnTo>
                    <a:pt x="680720" y="751840"/>
                  </a:lnTo>
                  <a:lnTo>
                    <a:pt x="741680" y="873760"/>
                  </a:lnTo>
                  <a:lnTo>
                    <a:pt x="853440" y="1036320"/>
                  </a:lnTo>
                  <a:lnTo>
                    <a:pt x="955040" y="1148080"/>
                  </a:lnTo>
                  <a:lnTo>
                    <a:pt x="1076960" y="1280160"/>
                  </a:lnTo>
                  <a:lnTo>
                    <a:pt x="1249680" y="1412240"/>
                  </a:lnTo>
                  <a:lnTo>
                    <a:pt x="1412240" y="1544320"/>
                  </a:lnTo>
                  <a:lnTo>
                    <a:pt x="1574800" y="1635760"/>
                  </a:lnTo>
                  <a:lnTo>
                    <a:pt x="1788160" y="1727200"/>
                  </a:lnTo>
                  <a:lnTo>
                    <a:pt x="1930400" y="1778000"/>
                  </a:lnTo>
                  <a:lnTo>
                    <a:pt x="2143760" y="1828800"/>
                  </a:lnTo>
                  <a:lnTo>
                    <a:pt x="2326640" y="1859280"/>
                  </a:lnTo>
                  <a:lnTo>
                    <a:pt x="2580640" y="1889760"/>
                  </a:lnTo>
                  <a:lnTo>
                    <a:pt x="2580640" y="1788160"/>
                  </a:lnTo>
                  <a:lnTo>
                    <a:pt x="2357120" y="1767840"/>
                  </a:lnTo>
                  <a:lnTo>
                    <a:pt x="2113280" y="1717040"/>
                  </a:lnTo>
                  <a:lnTo>
                    <a:pt x="1950720" y="1666240"/>
                  </a:lnTo>
                  <a:lnTo>
                    <a:pt x="1696720" y="1584960"/>
                  </a:lnTo>
                  <a:lnTo>
                    <a:pt x="1524000" y="1483360"/>
                  </a:lnTo>
                  <a:lnTo>
                    <a:pt x="1361440" y="1361440"/>
                  </a:lnTo>
                  <a:lnTo>
                    <a:pt x="1178560" y="1239520"/>
                  </a:lnTo>
                  <a:lnTo>
                    <a:pt x="1046480" y="1076960"/>
                  </a:lnTo>
                  <a:lnTo>
                    <a:pt x="894080" y="894080"/>
                  </a:lnTo>
                  <a:lnTo>
                    <a:pt x="751840" y="660400"/>
                  </a:lnTo>
                  <a:lnTo>
                    <a:pt x="609600" y="416560"/>
                  </a:lnTo>
                  <a:lnTo>
                    <a:pt x="467360" y="233680"/>
                  </a:lnTo>
                  <a:lnTo>
                    <a:pt x="254000" y="60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40000"/>
              </a:schemeClr>
            </a:soli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AE331861-878D-4553-A82E-47924938C692}"/>
                </a:ext>
              </a:extLst>
            </p:cNvPr>
            <p:cNvSpPr/>
            <p:nvPr/>
          </p:nvSpPr>
          <p:spPr>
            <a:xfrm>
              <a:off x="6494474" y="3738252"/>
              <a:ext cx="2696633" cy="1788160"/>
            </a:xfrm>
            <a:custGeom>
              <a:avLst/>
              <a:gdLst>
                <a:gd name="connsiteX0" fmla="*/ 2448560 w 2489200"/>
                <a:gd name="connsiteY0" fmla="*/ 0 h 1788160"/>
                <a:gd name="connsiteX1" fmla="*/ 0 w 2489200"/>
                <a:gd name="connsiteY1" fmla="*/ 20320 h 1788160"/>
                <a:gd name="connsiteX2" fmla="*/ 203200 w 2489200"/>
                <a:gd name="connsiteY2" fmla="*/ 81280 h 1788160"/>
                <a:gd name="connsiteX3" fmla="*/ 325120 w 2489200"/>
                <a:gd name="connsiteY3" fmla="*/ 203200 h 1788160"/>
                <a:gd name="connsiteX4" fmla="*/ 477520 w 2489200"/>
                <a:gd name="connsiteY4" fmla="*/ 345440 h 1788160"/>
                <a:gd name="connsiteX5" fmla="*/ 619760 w 2489200"/>
                <a:gd name="connsiteY5" fmla="*/ 548640 h 1788160"/>
                <a:gd name="connsiteX6" fmla="*/ 751840 w 2489200"/>
                <a:gd name="connsiteY6" fmla="*/ 822960 h 1788160"/>
                <a:gd name="connsiteX7" fmla="*/ 904240 w 2489200"/>
                <a:gd name="connsiteY7" fmla="*/ 1016000 h 1788160"/>
                <a:gd name="connsiteX8" fmla="*/ 1107440 w 2489200"/>
                <a:gd name="connsiteY8" fmla="*/ 1239520 h 1788160"/>
                <a:gd name="connsiteX9" fmla="*/ 1432560 w 2489200"/>
                <a:gd name="connsiteY9" fmla="*/ 1463040 h 1788160"/>
                <a:gd name="connsiteX10" fmla="*/ 1696720 w 2489200"/>
                <a:gd name="connsiteY10" fmla="*/ 1605280 h 1788160"/>
                <a:gd name="connsiteX11" fmla="*/ 2072640 w 2489200"/>
                <a:gd name="connsiteY11" fmla="*/ 1727200 h 1788160"/>
                <a:gd name="connsiteX12" fmla="*/ 2367280 w 2489200"/>
                <a:gd name="connsiteY12" fmla="*/ 1778000 h 1788160"/>
                <a:gd name="connsiteX13" fmla="*/ 2489200 w 2489200"/>
                <a:gd name="connsiteY13" fmla="*/ 1788160 h 1788160"/>
                <a:gd name="connsiteX14" fmla="*/ 2448560 w 2489200"/>
                <a:gd name="connsiteY14" fmla="*/ 0 h 1788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89200" h="1788160">
                  <a:moveTo>
                    <a:pt x="2448560" y="0"/>
                  </a:moveTo>
                  <a:lnTo>
                    <a:pt x="0" y="20320"/>
                  </a:lnTo>
                  <a:lnTo>
                    <a:pt x="203200" y="81280"/>
                  </a:lnTo>
                  <a:lnTo>
                    <a:pt x="325120" y="203200"/>
                  </a:lnTo>
                  <a:lnTo>
                    <a:pt x="477520" y="345440"/>
                  </a:lnTo>
                  <a:lnTo>
                    <a:pt x="619760" y="548640"/>
                  </a:lnTo>
                  <a:lnTo>
                    <a:pt x="751840" y="822960"/>
                  </a:lnTo>
                  <a:lnTo>
                    <a:pt x="904240" y="1016000"/>
                  </a:lnTo>
                  <a:lnTo>
                    <a:pt x="1107440" y="1239520"/>
                  </a:lnTo>
                  <a:lnTo>
                    <a:pt x="1432560" y="1463040"/>
                  </a:lnTo>
                  <a:lnTo>
                    <a:pt x="1696720" y="1605280"/>
                  </a:lnTo>
                  <a:lnTo>
                    <a:pt x="2072640" y="1727200"/>
                  </a:lnTo>
                  <a:lnTo>
                    <a:pt x="2367280" y="1778000"/>
                  </a:lnTo>
                  <a:lnTo>
                    <a:pt x="2489200" y="1788160"/>
                  </a:lnTo>
                  <a:lnTo>
                    <a:pt x="2448560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3">
                    <a:lumMod val="60000"/>
                    <a:lumOff val="40000"/>
                  </a:schemeClr>
                </a:gs>
                <a:gs pos="43000">
                  <a:schemeClr val="accent3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31933186-CDF2-4E73-9F2D-9DD5AD0D57A1}"/>
                </a:ext>
              </a:extLst>
            </p:cNvPr>
            <p:cNvSpPr/>
            <p:nvPr/>
          </p:nvSpPr>
          <p:spPr>
            <a:xfrm>
              <a:off x="4821461" y="2082172"/>
              <a:ext cx="1494130" cy="3647440"/>
            </a:xfrm>
            <a:custGeom>
              <a:avLst/>
              <a:gdLst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995680 w 1280160"/>
                <a:gd name="connsiteY7" fmla="*/ 1686560 h 3647440"/>
                <a:gd name="connsiteX8" fmla="*/ 701040 w 1280160"/>
                <a:gd name="connsiteY8" fmla="*/ 102616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995680 w 1280160"/>
                <a:gd name="connsiteY7" fmla="*/ 1686560 h 3647440"/>
                <a:gd name="connsiteX8" fmla="*/ 701040 w 1280160"/>
                <a:gd name="connsiteY8" fmla="*/ 102616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995680 w 1280160"/>
                <a:gd name="connsiteY7" fmla="*/ 1686560 h 3647440"/>
                <a:gd name="connsiteX8" fmla="*/ 741680 w 1280160"/>
                <a:gd name="connsiteY8" fmla="*/ 103632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995680 w 1280160"/>
                <a:gd name="connsiteY7" fmla="*/ 1686560 h 3647440"/>
                <a:gd name="connsiteX8" fmla="*/ 741680 w 1280160"/>
                <a:gd name="connsiteY8" fmla="*/ 103632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995680 w 1280160"/>
                <a:gd name="connsiteY7" fmla="*/ 1686560 h 3647440"/>
                <a:gd name="connsiteX8" fmla="*/ 741680 w 1280160"/>
                <a:gd name="connsiteY8" fmla="*/ 103632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1026160 w 1280160"/>
                <a:gd name="connsiteY7" fmla="*/ 1615440 h 3647440"/>
                <a:gd name="connsiteX8" fmla="*/ 741680 w 1280160"/>
                <a:gd name="connsiteY8" fmla="*/ 103632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280160"/>
                <a:gd name="connsiteY0" fmla="*/ 3444240 h 3647440"/>
                <a:gd name="connsiteX1" fmla="*/ 568960 w 1280160"/>
                <a:gd name="connsiteY1" fmla="*/ 2733040 h 3647440"/>
                <a:gd name="connsiteX2" fmla="*/ 782320 w 1280160"/>
                <a:gd name="connsiteY2" fmla="*/ 2275840 h 3647440"/>
                <a:gd name="connsiteX3" fmla="*/ 1016000 w 1280160"/>
                <a:gd name="connsiteY3" fmla="*/ 1879600 h 3647440"/>
                <a:gd name="connsiteX4" fmla="*/ 1158240 w 1280160"/>
                <a:gd name="connsiteY4" fmla="*/ 1767840 h 3647440"/>
                <a:gd name="connsiteX5" fmla="*/ 1280160 w 1280160"/>
                <a:gd name="connsiteY5" fmla="*/ 1686560 h 3647440"/>
                <a:gd name="connsiteX6" fmla="*/ 1280160 w 1280160"/>
                <a:gd name="connsiteY6" fmla="*/ 1686560 h 3647440"/>
                <a:gd name="connsiteX7" fmla="*/ 1026160 w 1280160"/>
                <a:gd name="connsiteY7" fmla="*/ 1615440 h 3647440"/>
                <a:gd name="connsiteX8" fmla="*/ 741680 w 1280160"/>
                <a:gd name="connsiteY8" fmla="*/ 1036320 h 3647440"/>
                <a:gd name="connsiteX9" fmla="*/ 721360 w 1280160"/>
                <a:gd name="connsiteY9" fmla="*/ 0 h 3647440"/>
                <a:gd name="connsiteX10" fmla="*/ 0 w 1280160"/>
                <a:gd name="connsiteY10" fmla="*/ 10160 h 3647440"/>
                <a:gd name="connsiteX11" fmla="*/ 0 w 1280160"/>
                <a:gd name="connsiteY11" fmla="*/ 3647440 h 3647440"/>
                <a:gd name="connsiteX12" fmla="*/ 264160 w 1280160"/>
                <a:gd name="connsiteY12" fmla="*/ 3586480 h 3647440"/>
                <a:gd name="connsiteX13" fmla="*/ 325120 w 1280160"/>
                <a:gd name="connsiteY13" fmla="*/ 3444240 h 3647440"/>
                <a:gd name="connsiteX0" fmla="*/ 325120 w 1369060"/>
                <a:gd name="connsiteY0" fmla="*/ 3444240 h 3647440"/>
                <a:gd name="connsiteX1" fmla="*/ 568960 w 1369060"/>
                <a:gd name="connsiteY1" fmla="*/ 2733040 h 3647440"/>
                <a:gd name="connsiteX2" fmla="*/ 782320 w 1369060"/>
                <a:gd name="connsiteY2" fmla="*/ 2275840 h 3647440"/>
                <a:gd name="connsiteX3" fmla="*/ 1016000 w 1369060"/>
                <a:gd name="connsiteY3" fmla="*/ 1879600 h 3647440"/>
                <a:gd name="connsiteX4" fmla="*/ 1158240 w 1369060"/>
                <a:gd name="connsiteY4" fmla="*/ 1767840 h 3647440"/>
                <a:gd name="connsiteX5" fmla="*/ 1280160 w 1369060"/>
                <a:gd name="connsiteY5" fmla="*/ 1686560 h 3647440"/>
                <a:gd name="connsiteX6" fmla="*/ 1369060 w 1369060"/>
                <a:gd name="connsiteY6" fmla="*/ 1689735 h 3647440"/>
                <a:gd name="connsiteX7" fmla="*/ 1026160 w 1369060"/>
                <a:gd name="connsiteY7" fmla="*/ 1615440 h 3647440"/>
                <a:gd name="connsiteX8" fmla="*/ 741680 w 1369060"/>
                <a:gd name="connsiteY8" fmla="*/ 1036320 h 3647440"/>
                <a:gd name="connsiteX9" fmla="*/ 721360 w 1369060"/>
                <a:gd name="connsiteY9" fmla="*/ 0 h 3647440"/>
                <a:gd name="connsiteX10" fmla="*/ 0 w 1369060"/>
                <a:gd name="connsiteY10" fmla="*/ 10160 h 3647440"/>
                <a:gd name="connsiteX11" fmla="*/ 0 w 1369060"/>
                <a:gd name="connsiteY11" fmla="*/ 3647440 h 3647440"/>
                <a:gd name="connsiteX12" fmla="*/ 264160 w 1369060"/>
                <a:gd name="connsiteY12" fmla="*/ 3586480 h 3647440"/>
                <a:gd name="connsiteX13" fmla="*/ 325120 w 1369060"/>
                <a:gd name="connsiteY13" fmla="*/ 3444240 h 3647440"/>
                <a:gd name="connsiteX0" fmla="*/ 325120 w 1379197"/>
                <a:gd name="connsiteY0" fmla="*/ 3444240 h 3647440"/>
                <a:gd name="connsiteX1" fmla="*/ 568960 w 1379197"/>
                <a:gd name="connsiteY1" fmla="*/ 2733040 h 3647440"/>
                <a:gd name="connsiteX2" fmla="*/ 782320 w 1379197"/>
                <a:gd name="connsiteY2" fmla="*/ 2275840 h 3647440"/>
                <a:gd name="connsiteX3" fmla="*/ 1016000 w 1379197"/>
                <a:gd name="connsiteY3" fmla="*/ 1879600 h 3647440"/>
                <a:gd name="connsiteX4" fmla="*/ 1158240 w 1379197"/>
                <a:gd name="connsiteY4" fmla="*/ 1767840 h 3647440"/>
                <a:gd name="connsiteX5" fmla="*/ 1276985 w 1379197"/>
                <a:gd name="connsiteY5" fmla="*/ 1711960 h 3647440"/>
                <a:gd name="connsiteX6" fmla="*/ 1369060 w 1379197"/>
                <a:gd name="connsiteY6" fmla="*/ 1689735 h 3647440"/>
                <a:gd name="connsiteX7" fmla="*/ 1026160 w 1379197"/>
                <a:gd name="connsiteY7" fmla="*/ 1615440 h 3647440"/>
                <a:gd name="connsiteX8" fmla="*/ 741680 w 1379197"/>
                <a:gd name="connsiteY8" fmla="*/ 1036320 h 3647440"/>
                <a:gd name="connsiteX9" fmla="*/ 721360 w 1379197"/>
                <a:gd name="connsiteY9" fmla="*/ 0 h 3647440"/>
                <a:gd name="connsiteX10" fmla="*/ 0 w 1379197"/>
                <a:gd name="connsiteY10" fmla="*/ 10160 h 3647440"/>
                <a:gd name="connsiteX11" fmla="*/ 0 w 1379197"/>
                <a:gd name="connsiteY11" fmla="*/ 3647440 h 3647440"/>
                <a:gd name="connsiteX12" fmla="*/ 264160 w 1379197"/>
                <a:gd name="connsiteY12" fmla="*/ 3586480 h 3647440"/>
                <a:gd name="connsiteX13" fmla="*/ 325120 w 1379197"/>
                <a:gd name="connsiteY13" fmla="*/ 3444240 h 3647440"/>
                <a:gd name="connsiteX0" fmla="*/ 325120 w 1379197"/>
                <a:gd name="connsiteY0" fmla="*/ 3444240 h 3647440"/>
                <a:gd name="connsiteX1" fmla="*/ 568960 w 1379197"/>
                <a:gd name="connsiteY1" fmla="*/ 2733040 h 3647440"/>
                <a:gd name="connsiteX2" fmla="*/ 782320 w 1379197"/>
                <a:gd name="connsiteY2" fmla="*/ 2275840 h 3647440"/>
                <a:gd name="connsiteX3" fmla="*/ 1016000 w 1379197"/>
                <a:gd name="connsiteY3" fmla="*/ 1879600 h 3647440"/>
                <a:gd name="connsiteX4" fmla="*/ 1158240 w 1379197"/>
                <a:gd name="connsiteY4" fmla="*/ 1780540 h 3647440"/>
                <a:gd name="connsiteX5" fmla="*/ 1276985 w 1379197"/>
                <a:gd name="connsiteY5" fmla="*/ 1711960 h 3647440"/>
                <a:gd name="connsiteX6" fmla="*/ 1369060 w 1379197"/>
                <a:gd name="connsiteY6" fmla="*/ 1689735 h 3647440"/>
                <a:gd name="connsiteX7" fmla="*/ 1026160 w 1379197"/>
                <a:gd name="connsiteY7" fmla="*/ 1615440 h 3647440"/>
                <a:gd name="connsiteX8" fmla="*/ 741680 w 1379197"/>
                <a:gd name="connsiteY8" fmla="*/ 1036320 h 3647440"/>
                <a:gd name="connsiteX9" fmla="*/ 721360 w 1379197"/>
                <a:gd name="connsiteY9" fmla="*/ 0 h 3647440"/>
                <a:gd name="connsiteX10" fmla="*/ 0 w 1379197"/>
                <a:gd name="connsiteY10" fmla="*/ 10160 h 3647440"/>
                <a:gd name="connsiteX11" fmla="*/ 0 w 1379197"/>
                <a:gd name="connsiteY11" fmla="*/ 3647440 h 3647440"/>
                <a:gd name="connsiteX12" fmla="*/ 264160 w 1379197"/>
                <a:gd name="connsiteY12" fmla="*/ 3586480 h 3647440"/>
                <a:gd name="connsiteX13" fmla="*/ 325120 w 1379197"/>
                <a:gd name="connsiteY13" fmla="*/ 3444240 h 3647440"/>
                <a:gd name="connsiteX0" fmla="*/ 325120 w 1379197"/>
                <a:gd name="connsiteY0" fmla="*/ 3444240 h 3647440"/>
                <a:gd name="connsiteX1" fmla="*/ 568960 w 1379197"/>
                <a:gd name="connsiteY1" fmla="*/ 2733040 h 3647440"/>
                <a:gd name="connsiteX2" fmla="*/ 782320 w 1379197"/>
                <a:gd name="connsiteY2" fmla="*/ 2275840 h 3647440"/>
                <a:gd name="connsiteX3" fmla="*/ 1012825 w 1379197"/>
                <a:gd name="connsiteY3" fmla="*/ 1924050 h 3647440"/>
                <a:gd name="connsiteX4" fmla="*/ 1158240 w 1379197"/>
                <a:gd name="connsiteY4" fmla="*/ 1780540 h 3647440"/>
                <a:gd name="connsiteX5" fmla="*/ 1276985 w 1379197"/>
                <a:gd name="connsiteY5" fmla="*/ 1711960 h 3647440"/>
                <a:gd name="connsiteX6" fmla="*/ 1369060 w 1379197"/>
                <a:gd name="connsiteY6" fmla="*/ 1689735 h 3647440"/>
                <a:gd name="connsiteX7" fmla="*/ 1026160 w 1379197"/>
                <a:gd name="connsiteY7" fmla="*/ 1615440 h 3647440"/>
                <a:gd name="connsiteX8" fmla="*/ 741680 w 1379197"/>
                <a:gd name="connsiteY8" fmla="*/ 1036320 h 3647440"/>
                <a:gd name="connsiteX9" fmla="*/ 721360 w 1379197"/>
                <a:gd name="connsiteY9" fmla="*/ 0 h 3647440"/>
                <a:gd name="connsiteX10" fmla="*/ 0 w 1379197"/>
                <a:gd name="connsiteY10" fmla="*/ 10160 h 3647440"/>
                <a:gd name="connsiteX11" fmla="*/ 0 w 1379197"/>
                <a:gd name="connsiteY11" fmla="*/ 3647440 h 3647440"/>
                <a:gd name="connsiteX12" fmla="*/ 264160 w 1379197"/>
                <a:gd name="connsiteY12" fmla="*/ 3586480 h 3647440"/>
                <a:gd name="connsiteX13" fmla="*/ 325120 w 1379197"/>
                <a:gd name="connsiteY13" fmla="*/ 3444240 h 3647440"/>
                <a:gd name="connsiteX0" fmla="*/ 325120 w 1379197"/>
                <a:gd name="connsiteY0" fmla="*/ 3444240 h 3647440"/>
                <a:gd name="connsiteX1" fmla="*/ 568960 w 1379197"/>
                <a:gd name="connsiteY1" fmla="*/ 2733040 h 3647440"/>
                <a:gd name="connsiteX2" fmla="*/ 788670 w 1379197"/>
                <a:gd name="connsiteY2" fmla="*/ 2298065 h 3647440"/>
                <a:gd name="connsiteX3" fmla="*/ 1012825 w 1379197"/>
                <a:gd name="connsiteY3" fmla="*/ 1924050 h 3647440"/>
                <a:gd name="connsiteX4" fmla="*/ 1158240 w 1379197"/>
                <a:gd name="connsiteY4" fmla="*/ 1780540 h 3647440"/>
                <a:gd name="connsiteX5" fmla="*/ 1276985 w 1379197"/>
                <a:gd name="connsiteY5" fmla="*/ 1711960 h 3647440"/>
                <a:gd name="connsiteX6" fmla="*/ 1369060 w 1379197"/>
                <a:gd name="connsiteY6" fmla="*/ 1689735 h 3647440"/>
                <a:gd name="connsiteX7" fmla="*/ 1026160 w 1379197"/>
                <a:gd name="connsiteY7" fmla="*/ 1615440 h 3647440"/>
                <a:gd name="connsiteX8" fmla="*/ 741680 w 1379197"/>
                <a:gd name="connsiteY8" fmla="*/ 1036320 h 3647440"/>
                <a:gd name="connsiteX9" fmla="*/ 721360 w 1379197"/>
                <a:gd name="connsiteY9" fmla="*/ 0 h 3647440"/>
                <a:gd name="connsiteX10" fmla="*/ 0 w 1379197"/>
                <a:gd name="connsiteY10" fmla="*/ 10160 h 3647440"/>
                <a:gd name="connsiteX11" fmla="*/ 0 w 1379197"/>
                <a:gd name="connsiteY11" fmla="*/ 3647440 h 3647440"/>
                <a:gd name="connsiteX12" fmla="*/ 264160 w 1379197"/>
                <a:gd name="connsiteY12" fmla="*/ 3586480 h 3647440"/>
                <a:gd name="connsiteX13" fmla="*/ 325120 w 1379197"/>
                <a:gd name="connsiteY13" fmla="*/ 3444240 h 3647440"/>
                <a:gd name="connsiteX0" fmla="*/ 325120 w 1379197"/>
                <a:gd name="connsiteY0" fmla="*/ 3444240 h 3647440"/>
                <a:gd name="connsiteX1" fmla="*/ 581660 w 1379197"/>
                <a:gd name="connsiteY1" fmla="*/ 2752090 h 3647440"/>
                <a:gd name="connsiteX2" fmla="*/ 788670 w 1379197"/>
                <a:gd name="connsiteY2" fmla="*/ 2298065 h 3647440"/>
                <a:gd name="connsiteX3" fmla="*/ 1012825 w 1379197"/>
                <a:gd name="connsiteY3" fmla="*/ 1924050 h 3647440"/>
                <a:gd name="connsiteX4" fmla="*/ 1158240 w 1379197"/>
                <a:gd name="connsiteY4" fmla="*/ 1780540 h 3647440"/>
                <a:gd name="connsiteX5" fmla="*/ 1276985 w 1379197"/>
                <a:gd name="connsiteY5" fmla="*/ 1711960 h 3647440"/>
                <a:gd name="connsiteX6" fmla="*/ 1369060 w 1379197"/>
                <a:gd name="connsiteY6" fmla="*/ 1689735 h 3647440"/>
                <a:gd name="connsiteX7" fmla="*/ 1026160 w 1379197"/>
                <a:gd name="connsiteY7" fmla="*/ 1615440 h 3647440"/>
                <a:gd name="connsiteX8" fmla="*/ 741680 w 1379197"/>
                <a:gd name="connsiteY8" fmla="*/ 1036320 h 3647440"/>
                <a:gd name="connsiteX9" fmla="*/ 721360 w 1379197"/>
                <a:gd name="connsiteY9" fmla="*/ 0 h 3647440"/>
                <a:gd name="connsiteX10" fmla="*/ 0 w 1379197"/>
                <a:gd name="connsiteY10" fmla="*/ 10160 h 3647440"/>
                <a:gd name="connsiteX11" fmla="*/ 0 w 1379197"/>
                <a:gd name="connsiteY11" fmla="*/ 3647440 h 3647440"/>
                <a:gd name="connsiteX12" fmla="*/ 264160 w 1379197"/>
                <a:gd name="connsiteY12" fmla="*/ 3586480 h 3647440"/>
                <a:gd name="connsiteX13" fmla="*/ 325120 w 1379197"/>
                <a:gd name="connsiteY13" fmla="*/ 3444240 h 364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79197" h="3647440">
                  <a:moveTo>
                    <a:pt x="325120" y="3444240"/>
                  </a:moveTo>
                  <a:lnTo>
                    <a:pt x="581660" y="2752090"/>
                  </a:lnTo>
                  <a:lnTo>
                    <a:pt x="788670" y="2298065"/>
                  </a:lnTo>
                  <a:lnTo>
                    <a:pt x="1012825" y="1924050"/>
                  </a:lnTo>
                  <a:lnTo>
                    <a:pt x="1158240" y="1780540"/>
                  </a:lnTo>
                  <a:cubicBezTo>
                    <a:pt x="1198880" y="1753447"/>
                    <a:pt x="1241848" y="1727094"/>
                    <a:pt x="1276985" y="1711960"/>
                  </a:cubicBezTo>
                  <a:cubicBezTo>
                    <a:pt x="1312122" y="1696826"/>
                    <a:pt x="1410864" y="1705822"/>
                    <a:pt x="1369060" y="1689735"/>
                  </a:cubicBezTo>
                  <a:cubicBezTo>
                    <a:pt x="1327256" y="1673648"/>
                    <a:pt x="1130723" y="1724342"/>
                    <a:pt x="1026160" y="1615440"/>
                  </a:cubicBezTo>
                  <a:cubicBezTo>
                    <a:pt x="921597" y="1506538"/>
                    <a:pt x="792480" y="1305560"/>
                    <a:pt x="741680" y="1036320"/>
                  </a:cubicBezTo>
                  <a:cubicBezTo>
                    <a:pt x="690880" y="767080"/>
                    <a:pt x="726440" y="331893"/>
                    <a:pt x="721360" y="0"/>
                  </a:cubicBezTo>
                  <a:lnTo>
                    <a:pt x="0" y="10160"/>
                  </a:lnTo>
                  <a:lnTo>
                    <a:pt x="0" y="3647440"/>
                  </a:lnTo>
                  <a:lnTo>
                    <a:pt x="264160" y="3586480"/>
                  </a:lnTo>
                  <a:lnTo>
                    <a:pt x="325120" y="344424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accent4">
                    <a:lumMod val="60000"/>
                    <a:lumOff val="40000"/>
                  </a:schemeClr>
                </a:gs>
                <a:gs pos="32000">
                  <a:schemeClr val="accent4">
                    <a:lumMod val="40000"/>
                    <a:lumOff val="60000"/>
                  </a:schemeClr>
                </a:gs>
              </a:gsLst>
              <a:lin ang="18900000" scaled="1"/>
              <a:tileRect/>
            </a:gra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1D680571-2AAC-40F2-9842-8C39D5406E82}"/>
                </a:ext>
              </a:extLst>
            </p:cNvPr>
            <p:cNvSpPr/>
            <p:nvPr/>
          </p:nvSpPr>
          <p:spPr>
            <a:xfrm>
              <a:off x="5294747" y="3870332"/>
              <a:ext cx="3885353" cy="1828800"/>
            </a:xfrm>
            <a:custGeom>
              <a:avLst/>
              <a:gdLst>
                <a:gd name="connsiteX0" fmla="*/ 10160 w 3586480"/>
                <a:gd name="connsiteY0" fmla="*/ 1706880 h 1828800"/>
                <a:gd name="connsiteX1" fmla="*/ 264160 w 3586480"/>
                <a:gd name="connsiteY1" fmla="*/ 975360 h 1828800"/>
                <a:gd name="connsiteX2" fmla="*/ 406400 w 3586480"/>
                <a:gd name="connsiteY2" fmla="*/ 650240 h 1828800"/>
                <a:gd name="connsiteX3" fmla="*/ 548640 w 3586480"/>
                <a:gd name="connsiteY3" fmla="*/ 345440 h 1828800"/>
                <a:gd name="connsiteX4" fmla="*/ 721360 w 3586480"/>
                <a:gd name="connsiteY4" fmla="*/ 111760 h 1828800"/>
                <a:gd name="connsiteX5" fmla="*/ 833120 w 3586480"/>
                <a:gd name="connsiteY5" fmla="*/ 40640 h 1828800"/>
                <a:gd name="connsiteX6" fmla="*/ 914400 w 3586480"/>
                <a:gd name="connsiteY6" fmla="*/ 0 h 1828800"/>
                <a:gd name="connsiteX7" fmla="*/ 914400 w 3586480"/>
                <a:gd name="connsiteY7" fmla="*/ 0 h 1828800"/>
                <a:gd name="connsiteX8" fmla="*/ 1087120 w 3586480"/>
                <a:gd name="connsiteY8" fmla="*/ 10160 h 1828800"/>
                <a:gd name="connsiteX9" fmla="*/ 1188720 w 3586480"/>
                <a:gd name="connsiteY9" fmla="*/ 40640 h 1828800"/>
                <a:gd name="connsiteX10" fmla="*/ 1330960 w 3586480"/>
                <a:gd name="connsiteY10" fmla="*/ 142240 h 1828800"/>
                <a:gd name="connsiteX11" fmla="*/ 1442720 w 3586480"/>
                <a:gd name="connsiteY11" fmla="*/ 254000 h 1828800"/>
                <a:gd name="connsiteX12" fmla="*/ 1574800 w 3586480"/>
                <a:gd name="connsiteY12" fmla="*/ 416560 h 1828800"/>
                <a:gd name="connsiteX13" fmla="*/ 1686560 w 3586480"/>
                <a:gd name="connsiteY13" fmla="*/ 589280 h 1828800"/>
                <a:gd name="connsiteX14" fmla="*/ 1808480 w 3586480"/>
                <a:gd name="connsiteY14" fmla="*/ 822960 h 1828800"/>
                <a:gd name="connsiteX15" fmla="*/ 1920240 w 3586480"/>
                <a:gd name="connsiteY15" fmla="*/ 985520 h 1828800"/>
                <a:gd name="connsiteX16" fmla="*/ 2082800 w 3586480"/>
                <a:gd name="connsiteY16" fmla="*/ 1168400 h 1828800"/>
                <a:gd name="connsiteX17" fmla="*/ 2346960 w 3586480"/>
                <a:gd name="connsiteY17" fmla="*/ 1361440 h 1828800"/>
                <a:gd name="connsiteX18" fmla="*/ 2580640 w 3586480"/>
                <a:gd name="connsiteY18" fmla="*/ 1524000 h 1828800"/>
                <a:gd name="connsiteX19" fmla="*/ 2854960 w 3586480"/>
                <a:gd name="connsiteY19" fmla="*/ 1656080 h 1828800"/>
                <a:gd name="connsiteX20" fmla="*/ 3119120 w 3586480"/>
                <a:gd name="connsiteY20" fmla="*/ 1706880 h 1828800"/>
                <a:gd name="connsiteX21" fmla="*/ 3332480 w 3586480"/>
                <a:gd name="connsiteY21" fmla="*/ 1757680 h 1828800"/>
                <a:gd name="connsiteX22" fmla="*/ 3586480 w 3586480"/>
                <a:gd name="connsiteY22" fmla="*/ 1778000 h 1828800"/>
                <a:gd name="connsiteX23" fmla="*/ 3586480 w 3586480"/>
                <a:gd name="connsiteY23" fmla="*/ 1778000 h 1828800"/>
                <a:gd name="connsiteX24" fmla="*/ 3586480 w 3586480"/>
                <a:gd name="connsiteY24" fmla="*/ 1778000 h 1828800"/>
                <a:gd name="connsiteX25" fmla="*/ 0 w 3586480"/>
                <a:gd name="connsiteY25" fmla="*/ 1828800 h 1828800"/>
                <a:gd name="connsiteX26" fmla="*/ 10160 w 3586480"/>
                <a:gd name="connsiteY26" fmla="*/ 170688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586480" h="1828800">
                  <a:moveTo>
                    <a:pt x="10160" y="1706880"/>
                  </a:moveTo>
                  <a:lnTo>
                    <a:pt x="264160" y="975360"/>
                  </a:lnTo>
                  <a:lnTo>
                    <a:pt x="406400" y="650240"/>
                  </a:lnTo>
                  <a:lnTo>
                    <a:pt x="548640" y="345440"/>
                  </a:lnTo>
                  <a:lnTo>
                    <a:pt x="721360" y="111760"/>
                  </a:lnTo>
                  <a:lnTo>
                    <a:pt x="833120" y="40640"/>
                  </a:lnTo>
                  <a:lnTo>
                    <a:pt x="914400" y="0"/>
                  </a:lnTo>
                  <a:lnTo>
                    <a:pt x="914400" y="0"/>
                  </a:lnTo>
                  <a:lnTo>
                    <a:pt x="1087120" y="10160"/>
                  </a:lnTo>
                  <a:lnTo>
                    <a:pt x="1188720" y="40640"/>
                  </a:lnTo>
                  <a:lnTo>
                    <a:pt x="1330960" y="142240"/>
                  </a:lnTo>
                  <a:lnTo>
                    <a:pt x="1442720" y="254000"/>
                  </a:lnTo>
                  <a:lnTo>
                    <a:pt x="1574800" y="416560"/>
                  </a:lnTo>
                  <a:lnTo>
                    <a:pt x="1686560" y="589280"/>
                  </a:lnTo>
                  <a:lnTo>
                    <a:pt x="1808480" y="822960"/>
                  </a:lnTo>
                  <a:lnTo>
                    <a:pt x="1920240" y="985520"/>
                  </a:lnTo>
                  <a:lnTo>
                    <a:pt x="2082800" y="1168400"/>
                  </a:lnTo>
                  <a:lnTo>
                    <a:pt x="2346960" y="1361440"/>
                  </a:lnTo>
                  <a:lnTo>
                    <a:pt x="2580640" y="1524000"/>
                  </a:lnTo>
                  <a:lnTo>
                    <a:pt x="2854960" y="1656080"/>
                  </a:lnTo>
                  <a:lnTo>
                    <a:pt x="3119120" y="1706880"/>
                  </a:lnTo>
                  <a:lnTo>
                    <a:pt x="3332480" y="1757680"/>
                  </a:lnTo>
                  <a:lnTo>
                    <a:pt x="3586480" y="1778000"/>
                  </a:lnTo>
                  <a:lnTo>
                    <a:pt x="3586480" y="1778000"/>
                  </a:lnTo>
                  <a:lnTo>
                    <a:pt x="3586480" y="1778000"/>
                  </a:lnTo>
                  <a:lnTo>
                    <a:pt x="0" y="1828800"/>
                  </a:lnTo>
                  <a:lnTo>
                    <a:pt x="10160" y="170688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BAB"/>
                </a:gs>
                <a:gs pos="79000">
                  <a:srgbClr val="FFFDD5"/>
                </a:gs>
                <a:gs pos="100000">
                  <a:schemeClr val="bg1"/>
                </a:gs>
              </a:gsLst>
              <a:lin ang="5400000" scaled="1"/>
              <a:tileRect/>
            </a:gradFill>
            <a:ln w="222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E5F4311-2648-4A0C-9902-5503063FF8DA}"/>
                </a:ext>
              </a:extLst>
            </p:cNvPr>
            <p:cNvSpPr/>
            <p:nvPr/>
          </p:nvSpPr>
          <p:spPr>
            <a:xfrm>
              <a:off x="6318367" y="3725711"/>
              <a:ext cx="165100" cy="152400"/>
            </a:xfrm>
            <a:prstGeom prst="ellipse">
              <a:avLst/>
            </a:prstGeom>
            <a:solidFill>
              <a:srgbClr val="FF0000"/>
            </a:solidFill>
            <a:ln w="2222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C1C4400-CD03-480E-9B9D-FFA2DB848F8E}"/>
                </a:ext>
              </a:extLst>
            </p:cNvPr>
            <p:cNvCxnSpPr/>
            <p:nvPr/>
          </p:nvCxnSpPr>
          <p:spPr>
            <a:xfrm flipV="1">
              <a:off x="4796796" y="2031372"/>
              <a:ext cx="0" cy="37795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21F7B86-E82B-4A10-AE23-0676FB8740D0}"/>
                </a:ext>
              </a:extLst>
            </p:cNvPr>
            <p:cNvCxnSpPr/>
            <p:nvPr/>
          </p:nvCxnSpPr>
          <p:spPr>
            <a:xfrm>
              <a:off x="4796796" y="5810892"/>
              <a:ext cx="473551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0E252B-42EF-4D3A-B8F7-BEDB12707992}"/>
              </a:ext>
            </a:extLst>
          </p:cNvPr>
          <p:cNvSpPr txBox="1"/>
          <p:nvPr/>
        </p:nvSpPr>
        <p:spPr>
          <a:xfrm>
            <a:off x="6945559" y="443136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CA93D-9BC3-4E2A-B829-B1F69BEA802E}"/>
              </a:ext>
            </a:extLst>
          </p:cNvPr>
          <p:cNvSpPr txBox="1"/>
          <p:nvPr/>
        </p:nvSpPr>
        <p:spPr>
          <a:xfrm>
            <a:off x="6955465" y="485269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CDD0D7-F18C-4095-84F9-ADE3279D60D3}"/>
              </a:ext>
            </a:extLst>
          </p:cNvPr>
          <p:cNvSpPr txBox="1"/>
          <p:nvPr/>
        </p:nvSpPr>
        <p:spPr>
          <a:xfrm>
            <a:off x="8029872" y="444330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B4F083-8C5C-45CC-9C65-848C886E531B}"/>
              </a:ext>
            </a:extLst>
          </p:cNvPr>
          <p:cNvSpPr txBox="1"/>
          <p:nvPr/>
        </p:nvSpPr>
        <p:spPr>
          <a:xfrm>
            <a:off x="6282274" y="401245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D00A91-23EC-412B-9D32-72E3719AE009}"/>
              </a:ext>
            </a:extLst>
          </p:cNvPr>
          <p:cNvSpPr txBox="1"/>
          <p:nvPr/>
        </p:nvSpPr>
        <p:spPr>
          <a:xfrm>
            <a:off x="7001765" y="553683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A-6</a:t>
            </a:r>
          </a:p>
        </p:txBody>
      </p:sp>
    </p:spTree>
    <p:extLst>
      <p:ext uri="{BB962C8B-B14F-4D97-AF65-F5344CB8AC3E}">
        <p14:creationId xmlns:p14="http://schemas.microsoft.com/office/powerpoint/2010/main" val="224349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Tables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856AC-ACFA-4DBA-A73B-B95804F9D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8232"/>
            <a:ext cx="9144000" cy="251422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A68D71A-E906-486A-A7C3-95EA002BB684}"/>
              </a:ext>
            </a:extLst>
          </p:cNvPr>
          <p:cNvGrpSpPr>
            <a:grpSpLocks noChangeAspect="1"/>
          </p:cNvGrpSpPr>
          <p:nvPr/>
        </p:nvGrpSpPr>
        <p:grpSpPr>
          <a:xfrm>
            <a:off x="5585622" y="3537577"/>
            <a:ext cx="3029387" cy="2814141"/>
            <a:chOff x="4349071" y="1423430"/>
            <a:chExt cx="5048978" cy="46902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5A8934-BDE5-4C5A-B85E-F7E882170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9071" y="1423430"/>
              <a:ext cx="5048978" cy="4690235"/>
            </a:xfrm>
            <a:prstGeom prst="rect">
              <a:avLst/>
            </a:prstGeom>
          </p:spPr>
        </p:pic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33CCC34A-192B-42B2-A25F-949791FC7C26}"/>
                </a:ext>
              </a:extLst>
            </p:cNvPr>
            <p:cNvSpPr/>
            <p:nvPr/>
          </p:nvSpPr>
          <p:spPr>
            <a:xfrm>
              <a:off x="6019312" y="3892059"/>
              <a:ext cx="1003300" cy="406400"/>
            </a:xfrm>
            <a:custGeom>
              <a:avLst/>
              <a:gdLst>
                <a:gd name="connsiteX0" fmla="*/ 790575 w 1003300"/>
                <a:gd name="connsiteY0" fmla="*/ 73025 h 406400"/>
                <a:gd name="connsiteX1" fmla="*/ 1003300 w 1003300"/>
                <a:gd name="connsiteY1" fmla="*/ 381000 h 406400"/>
                <a:gd name="connsiteX2" fmla="*/ 0 w 1003300"/>
                <a:gd name="connsiteY2" fmla="*/ 406400 h 406400"/>
                <a:gd name="connsiteX3" fmla="*/ 276225 w 1003300"/>
                <a:gd name="connsiteY3" fmla="*/ 47625 h 406400"/>
                <a:gd name="connsiteX4" fmla="*/ 549275 w 1003300"/>
                <a:gd name="connsiteY4" fmla="*/ 0 h 406400"/>
                <a:gd name="connsiteX5" fmla="*/ 790575 w 1003300"/>
                <a:gd name="connsiteY5" fmla="*/ 73025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3300" h="406400">
                  <a:moveTo>
                    <a:pt x="790575" y="73025"/>
                  </a:moveTo>
                  <a:lnTo>
                    <a:pt x="1003300" y="381000"/>
                  </a:lnTo>
                  <a:lnTo>
                    <a:pt x="0" y="406400"/>
                  </a:lnTo>
                  <a:lnTo>
                    <a:pt x="276225" y="47625"/>
                  </a:lnTo>
                  <a:lnTo>
                    <a:pt x="549275" y="0"/>
                  </a:lnTo>
                  <a:lnTo>
                    <a:pt x="790575" y="730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A3DD536-7567-4B26-B1EF-CB1333CA5801}"/>
              </a:ext>
            </a:extLst>
          </p:cNvPr>
          <p:cNvSpPr txBox="1"/>
          <p:nvPr/>
        </p:nvSpPr>
        <p:spPr>
          <a:xfrm>
            <a:off x="284437" y="4521042"/>
            <a:ext cx="487806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+mj-lt"/>
              </a:rPr>
              <a:t>Connection Between Property Tables and </a:t>
            </a:r>
          </a:p>
          <a:p>
            <a:pPr algn="ctr"/>
            <a:r>
              <a:rPr lang="en-US" altLang="zh-CN" sz="3200" b="1" dirty="0">
                <a:latin typeface="+mj-lt"/>
              </a:rPr>
              <a:t>the L-V Phase Diagram</a:t>
            </a:r>
          </a:p>
          <a:p>
            <a:pPr>
              <a:spcAft>
                <a:spcPts val="600"/>
              </a:spcAft>
            </a:pPr>
            <a:r>
              <a:rPr lang="en-US" altLang="zh-CN" sz="2000" b="1" dirty="0">
                <a:latin typeface="+mj-lt"/>
              </a:rPr>
              <a:t>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FF879-9096-466D-8A4A-4BFBAEEB94BE}"/>
              </a:ext>
            </a:extLst>
          </p:cNvPr>
          <p:cNvSpPr txBox="1"/>
          <p:nvPr/>
        </p:nvSpPr>
        <p:spPr>
          <a:xfrm>
            <a:off x="1024128" y="3545084"/>
            <a:ext cx="583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</a:rPr>
              <a:t>P</a:t>
            </a:r>
            <a:r>
              <a:rPr lang="en-US" sz="2400" baseline="-25000" dirty="0" err="1">
                <a:solidFill>
                  <a:srgbClr val="FF0000"/>
                </a:solidFill>
              </a:rPr>
              <a:t>sat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02CD80-8070-434B-B01B-CE21458EA625}"/>
              </a:ext>
            </a:extLst>
          </p:cNvPr>
          <p:cNvCxnSpPr>
            <a:cxnSpLocks/>
          </p:cNvCxnSpPr>
          <p:nvPr/>
        </p:nvCxnSpPr>
        <p:spPr>
          <a:xfrm>
            <a:off x="512909" y="3279386"/>
            <a:ext cx="44157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BD1DD0-9CBA-4870-89B5-4F3D5BD27719}"/>
              </a:ext>
            </a:extLst>
          </p:cNvPr>
          <p:cNvSpPr txBox="1"/>
          <p:nvPr/>
        </p:nvSpPr>
        <p:spPr>
          <a:xfrm>
            <a:off x="1975104" y="4047633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x 10</a:t>
            </a:r>
            <a:r>
              <a:rPr lang="en-US" baseline="30000" dirty="0"/>
              <a:t>-3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093203-6F4B-4805-BDC0-982A654ED12D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2235708" y="3440780"/>
            <a:ext cx="172368" cy="60685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Tables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FC36D9-1E19-4422-BAC9-0AC941692D94}"/>
              </a:ext>
            </a:extLst>
          </p:cNvPr>
          <p:cNvSpPr txBox="1"/>
          <p:nvPr/>
        </p:nvSpPr>
        <p:spPr>
          <a:xfrm>
            <a:off x="77703" y="659638"/>
            <a:ext cx="8988594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First determine the phase (liquid, saturated or vapor)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/>
              <a:t>Use the proper table, interpolation is often method needed to find the wanted values for the state</a:t>
            </a:r>
            <a:r>
              <a:rPr lang="en-US" altLang="zh-CN" sz="2000" b="1" dirty="0">
                <a:latin typeface="+mj-lt"/>
              </a:rPr>
              <a:t>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BD6150-D8BD-4F02-A25D-437A111A7BCC}"/>
                  </a:ext>
                </a:extLst>
              </p:cNvPr>
              <p:cNvSpPr txBox="1"/>
              <p:nvPr/>
            </p:nvSpPr>
            <p:spPr>
              <a:xfrm>
                <a:off x="1543927" y="2209798"/>
                <a:ext cx="6056145" cy="4244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General form for properties in saturated region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general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property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saturated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liquid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property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saturated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vapor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property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quality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vapor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fraction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properties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BD6150-D8BD-4F02-A25D-437A111A7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927" y="2209798"/>
                <a:ext cx="6056145" cy="4244752"/>
              </a:xfrm>
              <a:prstGeom prst="rect">
                <a:avLst/>
              </a:prstGeom>
              <a:blipFill>
                <a:blip r:embed="rId4"/>
                <a:stretch>
                  <a:fillRect l="-1509" t="-1004" r="-503" b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82CC8B-1825-41DD-9851-DCEF2FC076C3}"/>
              </a:ext>
            </a:extLst>
          </p:cNvPr>
          <p:cNvCxnSpPr/>
          <p:nvPr/>
        </p:nvCxnSpPr>
        <p:spPr>
          <a:xfrm>
            <a:off x="3236976" y="1664208"/>
            <a:ext cx="16642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>
            <a:extLst>
              <a:ext uri="{FF2B5EF4-FFF2-40B4-BE49-F238E27FC236}">
                <a16:creationId xmlns:a16="http://schemas.microsoft.com/office/drawing/2014/main" id="{587463F1-2F5D-B1DC-25EE-A4CE7E180699}"/>
              </a:ext>
            </a:extLst>
          </p:cNvPr>
          <p:cNvGrpSpPr>
            <a:grpSpLocks noChangeAspect="1"/>
          </p:cNvGrpSpPr>
          <p:nvPr/>
        </p:nvGrpSpPr>
        <p:grpSpPr>
          <a:xfrm>
            <a:off x="-12308" y="4125752"/>
            <a:ext cx="2231138" cy="2072610"/>
            <a:chOff x="4349071" y="1423430"/>
            <a:chExt cx="5048978" cy="4690235"/>
          </a:xfrm>
        </p:grpSpPr>
        <p:pic>
          <p:nvPicPr>
            <p:cNvPr id="8" name="Picture 8">
              <a:extLst>
                <a:ext uri="{FF2B5EF4-FFF2-40B4-BE49-F238E27FC236}">
                  <a16:creationId xmlns:a16="http://schemas.microsoft.com/office/drawing/2014/main" id="{98D80436-9A6C-357D-D15F-F4647CD00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9071" y="1423430"/>
              <a:ext cx="5048978" cy="4690235"/>
            </a:xfrm>
            <a:prstGeom prst="rect">
              <a:avLst/>
            </a:prstGeom>
          </p:spPr>
        </p:pic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F4C98F0D-0BFC-A9B3-D13E-3F33358244AB}"/>
                </a:ext>
              </a:extLst>
            </p:cNvPr>
            <p:cNvSpPr/>
            <p:nvPr/>
          </p:nvSpPr>
          <p:spPr>
            <a:xfrm>
              <a:off x="6019312" y="3892059"/>
              <a:ext cx="1003300" cy="406400"/>
            </a:xfrm>
            <a:custGeom>
              <a:avLst/>
              <a:gdLst>
                <a:gd name="connsiteX0" fmla="*/ 790575 w 1003300"/>
                <a:gd name="connsiteY0" fmla="*/ 73025 h 406400"/>
                <a:gd name="connsiteX1" fmla="*/ 1003300 w 1003300"/>
                <a:gd name="connsiteY1" fmla="*/ 381000 h 406400"/>
                <a:gd name="connsiteX2" fmla="*/ 0 w 1003300"/>
                <a:gd name="connsiteY2" fmla="*/ 406400 h 406400"/>
                <a:gd name="connsiteX3" fmla="*/ 276225 w 1003300"/>
                <a:gd name="connsiteY3" fmla="*/ 47625 h 406400"/>
                <a:gd name="connsiteX4" fmla="*/ 549275 w 1003300"/>
                <a:gd name="connsiteY4" fmla="*/ 0 h 406400"/>
                <a:gd name="connsiteX5" fmla="*/ 790575 w 1003300"/>
                <a:gd name="connsiteY5" fmla="*/ 73025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3300" h="406400">
                  <a:moveTo>
                    <a:pt x="790575" y="73025"/>
                  </a:moveTo>
                  <a:lnTo>
                    <a:pt x="1003300" y="381000"/>
                  </a:lnTo>
                  <a:lnTo>
                    <a:pt x="0" y="406400"/>
                  </a:lnTo>
                  <a:lnTo>
                    <a:pt x="276225" y="47625"/>
                  </a:lnTo>
                  <a:lnTo>
                    <a:pt x="549275" y="0"/>
                  </a:lnTo>
                  <a:lnTo>
                    <a:pt x="790575" y="730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140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Interpolation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D871A0-EF3D-4303-9E1A-35EEF79A17B1}"/>
                  </a:ext>
                </a:extLst>
              </p:cNvPr>
              <p:cNvSpPr txBox="1"/>
              <p:nvPr/>
            </p:nvSpPr>
            <p:spPr>
              <a:xfrm>
                <a:off x="2699660" y="1033272"/>
                <a:ext cx="3744679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D871A0-EF3D-4303-9E1A-35EEF79A1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60" y="1033272"/>
                <a:ext cx="3744679" cy="768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9E62CD6-9541-42D8-BA08-7DF61BCC4535}"/>
              </a:ext>
            </a:extLst>
          </p:cNvPr>
          <p:cNvSpPr txBox="1"/>
          <p:nvPr/>
        </p:nvSpPr>
        <p:spPr>
          <a:xfrm>
            <a:off x="489204" y="2294898"/>
            <a:ext cx="49042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	= linear interpolation value</a:t>
            </a:r>
          </a:p>
          <a:p>
            <a:r>
              <a:rPr lang="en-US" dirty="0"/>
              <a:t>x 	= independent variable</a:t>
            </a:r>
          </a:p>
          <a:p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,y</a:t>
            </a:r>
            <a:r>
              <a:rPr lang="en-US" baseline="-25000" dirty="0"/>
              <a:t>1</a:t>
            </a:r>
            <a:r>
              <a:rPr lang="en-US" dirty="0"/>
              <a:t>	= values of the function at one point</a:t>
            </a:r>
          </a:p>
          <a:p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,y</a:t>
            </a:r>
            <a:r>
              <a:rPr lang="en-US" baseline="-25000" dirty="0"/>
              <a:t>3</a:t>
            </a:r>
            <a:r>
              <a:rPr lang="en-US" dirty="0"/>
              <a:t>	= values of the function at another point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67CDA5-A507-42DD-8323-2CBEB9F50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9239" y="3287267"/>
            <a:ext cx="3422961" cy="318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Extrapolation?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E62CD6-9541-42D8-BA08-7DF61BCC4535}"/>
              </a:ext>
            </a:extLst>
          </p:cNvPr>
          <p:cNvSpPr txBox="1"/>
          <p:nvPr/>
        </p:nvSpPr>
        <p:spPr>
          <a:xfrm>
            <a:off x="429768" y="955302"/>
            <a:ext cx="700076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There are two types of people in this world:</a:t>
            </a:r>
          </a:p>
          <a:p>
            <a:endParaRPr lang="en-US" sz="2800" dirty="0"/>
          </a:p>
          <a:p>
            <a:r>
              <a:rPr lang="en-US" sz="2800" dirty="0"/>
              <a:t>1. Those who can extrapolate incomplete data.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B62E0-FE11-4B68-A8B6-A3853650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765" y="2426542"/>
            <a:ext cx="4611815" cy="4001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5F599D-7F5C-41EB-89EA-BDC8036935E0}"/>
              </a:ext>
            </a:extLst>
          </p:cNvPr>
          <p:cNvSpPr/>
          <p:nvPr/>
        </p:nvSpPr>
        <p:spPr>
          <a:xfrm>
            <a:off x="4439412" y="4654296"/>
            <a:ext cx="2455164" cy="843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4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To Determine the Phase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7EC56C-937D-4E1F-8F55-4130EAB93EAF}"/>
              </a:ext>
            </a:extLst>
          </p:cNvPr>
          <p:cNvGrpSpPr>
            <a:grpSpLocks noChangeAspect="1"/>
          </p:cNvGrpSpPr>
          <p:nvPr/>
        </p:nvGrpSpPr>
        <p:grpSpPr>
          <a:xfrm>
            <a:off x="4632195" y="2019712"/>
            <a:ext cx="3029387" cy="2814141"/>
            <a:chOff x="4349071" y="1423430"/>
            <a:chExt cx="5048978" cy="46902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346F1F-8A39-4FC9-A0A2-2D1FBA1B7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9071" y="1423430"/>
              <a:ext cx="5048978" cy="4690235"/>
            </a:xfrm>
            <a:prstGeom prst="rect">
              <a:avLst/>
            </a:prstGeom>
          </p:spPr>
        </p:pic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4D021F3-ED7A-47AE-ADC9-31C704391598}"/>
                </a:ext>
              </a:extLst>
            </p:cNvPr>
            <p:cNvSpPr/>
            <p:nvPr/>
          </p:nvSpPr>
          <p:spPr>
            <a:xfrm>
              <a:off x="6019312" y="3892059"/>
              <a:ext cx="1003300" cy="406400"/>
            </a:xfrm>
            <a:custGeom>
              <a:avLst/>
              <a:gdLst>
                <a:gd name="connsiteX0" fmla="*/ 790575 w 1003300"/>
                <a:gd name="connsiteY0" fmla="*/ 73025 h 406400"/>
                <a:gd name="connsiteX1" fmla="*/ 1003300 w 1003300"/>
                <a:gd name="connsiteY1" fmla="*/ 381000 h 406400"/>
                <a:gd name="connsiteX2" fmla="*/ 0 w 1003300"/>
                <a:gd name="connsiteY2" fmla="*/ 406400 h 406400"/>
                <a:gd name="connsiteX3" fmla="*/ 276225 w 1003300"/>
                <a:gd name="connsiteY3" fmla="*/ 47625 h 406400"/>
                <a:gd name="connsiteX4" fmla="*/ 549275 w 1003300"/>
                <a:gd name="connsiteY4" fmla="*/ 0 h 406400"/>
                <a:gd name="connsiteX5" fmla="*/ 790575 w 1003300"/>
                <a:gd name="connsiteY5" fmla="*/ 73025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3300" h="406400">
                  <a:moveTo>
                    <a:pt x="790575" y="73025"/>
                  </a:moveTo>
                  <a:lnTo>
                    <a:pt x="1003300" y="381000"/>
                  </a:lnTo>
                  <a:lnTo>
                    <a:pt x="0" y="406400"/>
                  </a:lnTo>
                  <a:lnTo>
                    <a:pt x="276225" y="47625"/>
                  </a:lnTo>
                  <a:lnTo>
                    <a:pt x="549275" y="0"/>
                  </a:lnTo>
                  <a:lnTo>
                    <a:pt x="790575" y="730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9EA6879-0CFE-4FC7-A42F-CD5CDDFC46BF}"/>
                </a:ext>
              </a:extLst>
            </p:cNvPr>
            <p:cNvSpPr/>
            <p:nvPr/>
          </p:nvSpPr>
          <p:spPr>
            <a:xfrm>
              <a:off x="5381137" y="4339734"/>
              <a:ext cx="746125" cy="574675"/>
            </a:xfrm>
            <a:custGeom>
              <a:avLst/>
              <a:gdLst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53975 w 746125"/>
                <a:gd name="connsiteY3" fmla="*/ 263525 h 574675"/>
                <a:gd name="connsiteX4" fmla="*/ 50800 w 746125"/>
                <a:gd name="connsiteY4" fmla="*/ 346075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38100 w 746125"/>
                <a:gd name="connsiteY3" fmla="*/ 241300 h 574675"/>
                <a:gd name="connsiteX4" fmla="*/ 50800 w 746125"/>
                <a:gd name="connsiteY4" fmla="*/ 346075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38100 w 746125"/>
                <a:gd name="connsiteY3" fmla="*/ 241300 h 574675"/>
                <a:gd name="connsiteX4" fmla="*/ 34925 w 746125"/>
                <a:gd name="connsiteY4" fmla="*/ 349250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6125" h="574675">
                  <a:moveTo>
                    <a:pt x="746125" y="6350"/>
                  </a:moveTo>
                  <a:lnTo>
                    <a:pt x="41275" y="0"/>
                  </a:lnTo>
                  <a:lnTo>
                    <a:pt x="0" y="114300"/>
                  </a:lnTo>
                  <a:lnTo>
                    <a:pt x="38100" y="241300"/>
                  </a:lnTo>
                  <a:cubicBezTo>
                    <a:pt x="37042" y="277283"/>
                    <a:pt x="35983" y="313267"/>
                    <a:pt x="34925" y="349250"/>
                  </a:cubicBezTo>
                  <a:lnTo>
                    <a:pt x="104775" y="533400"/>
                  </a:lnTo>
                  <a:lnTo>
                    <a:pt x="203200" y="574675"/>
                  </a:lnTo>
                  <a:lnTo>
                    <a:pt x="365125" y="501650"/>
                  </a:lnTo>
                  <a:lnTo>
                    <a:pt x="746125" y="63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2">
            <a:extLst>
              <a:ext uri="{FF2B5EF4-FFF2-40B4-BE49-F238E27FC236}">
                <a16:creationId xmlns:a16="http://schemas.microsoft.com/office/drawing/2014/main" id="{83395B6E-19FD-4552-A083-FCF6449C6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0" y="1148627"/>
            <a:ext cx="3561588" cy="5366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B0AD9E-EE93-4796-862E-249ACBA8A9C5}"/>
              </a:ext>
            </a:extLst>
          </p:cNvPr>
          <p:cNvSpPr/>
          <p:nvPr/>
        </p:nvSpPr>
        <p:spPr>
          <a:xfrm>
            <a:off x="5291114" y="656207"/>
            <a:ext cx="17115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Lookup </a:t>
            </a:r>
            <a:r>
              <a:rPr lang="en-US" altLang="zh-CN" b="1" i="1" dirty="0">
                <a:solidFill>
                  <a:srgbClr val="FF0000"/>
                </a:solidFill>
              </a:rPr>
              <a:t>T</a:t>
            </a:r>
          </a:p>
          <a:p>
            <a:r>
              <a:rPr lang="en-US" b="1" dirty="0">
                <a:solidFill>
                  <a:srgbClr val="FF0000"/>
                </a:solidFill>
              </a:rPr>
              <a:t>If given </a:t>
            </a:r>
            <a:r>
              <a:rPr lang="en-US" b="1" i="1" dirty="0">
                <a:solidFill>
                  <a:srgbClr val="FF0000"/>
                </a:solidFill>
              </a:rPr>
              <a:t>p</a:t>
            </a:r>
            <a:r>
              <a:rPr lang="en-US" b="1" dirty="0">
                <a:solidFill>
                  <a:srgbClr val="FF0000"/>
                </a:solidFill>
              </a:rPr>
              <a:t> &gt; </a:t>
            </a:r>
            <a:r>
              <a:rPr lang="en-US" b="1" i="1" dirty="0" err="1">
                <a:solidFill>
                  <a:srgbClr val="FF0000"/>
                </a:solidFill>
              </a:rPr>
              <a:t>p</a:t>
            </a:r>
            <a:r>
              <a:rPr lang="en-US" b="1" baseline="-25000" dirty="0" err="1">
                <a:solidFill>
                  <a:srgbClr val="FF0000"/>
                </a:solidFill>
              </a:rPr>
              <a:t>sat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2C9DEE-4668-41EF-B601-AED77A127BAD}"/>
              </a:ext>
            </a:extLst>
          </p:cNvPr>
          <p:cNvSpPr/>
          <p:nvPr/>
        </p:nvSpPr>
        <p:spPr>
          <a:xfrm>
            <a:off x="5356593" y="5286082"/>
            <a:ext cx="1580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If given </a:t>
            </a:r>
            <a:r>
              <a:rPr lang="en-US" b="1" i="1" dirty="0">
                <a:solidFill>
                  <a:srgbClr val="FF0000"/>
                </a:solidFill>
              </a:rPr>
              <a:t>p</a:t>
            </a:r>
            <a:r>
              <a:rPr lang="en-US" b="1" dirty="0">
                <a:solidFill>
                  <a:srgbClr val="FF0000"/>
                </a:solidFill>
              </a:rPr>
              <a:t> &lt; </a:t>
            </a:r>
            <a:r>
              <a:rPr lang="en-US" b="1" i="1" dirty="0" err="1">
                <a:solidFill>
                  <a:srgbClr val="FF0000"/>
                </a:solidFill>
              </a:rPr>
              <a:t>p</a:t>
            </a:r>
            <a:r>
              <a:rPr lang="en-US" b="1" baseline="-25000" dirty="0" err="1">
                <a:solidFill>
                  <a:srgbClr val="FF0000"/>
                </a:solidFill>
              </a:rPr>
              <a:t>sat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1E179D-1879-4EAC-81D1-C3A1F75DDFA1}"/>
              </a:ext>
            </a:extLst>
          </p:cNvPr>
          <p:cNvSpPr txBox="1"/>
          <p:nvPr/>
        </p:nvSpPr>
        <p:spPr>
          <a:xfrm>
            <a:off x="120860" y="692989"/>
            <a:ext cx="469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1800" b="1" dirty="0"/>
              <a:t>Consider the case when </a:t>
            </a:r>
            <a:r>
              <a:rPr lang="en-US" altLang="zh-CN" sz="1800" b="1" i="1" dirty="0"/>
              <a:t>T</a:t>
            </a:r>
            <a:r>
              <a:rPr lang="en-US" altLang="zh-CN" sz="1800" b="1" dirty="0"/>
              <a:t> &amp; </a:t>
            </a:r>
            <a:r>
              <a:rPr lang="en-US" altLang="zh-CN" sz="1800" b="1" i="1" dirty="0"/>
              <a:t>p</a:t>
            </a:r>
            <a:r>
              <a:rPr lang="en-US" altLang="zh-CN" sz="1800" b="1" dirty="0"/>
              <a:t> are given:</a:t>
            </a:r>
          </a:p>
        </p:txBody>
      </p:sp>
    </p:spTree>
    <p:extLst>
      <p:ext uri="{BB962C8B-B14F-4D97-AF65-F5344CB8AC3E}">
        <p14:creationId xmlns:p14="http://schemas.microsoft.com/office/powerpoint/2010/main" val="2585844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To Determine the Phase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41ADDCDA-D215-4900-AA13-26E01036E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071" y="2156426"/>
            <a:ext cx="3842120" cy="26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D3A8B00C-4A06-4208-AD4B-BCF0DB11D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28" y="1370058"/>
            <a:ext cx="2749599" cy="476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5ADFE1-18B1-4D02-B628-327C4CEE752B}"/>
              </a:ext>
            </a:extLst>
          </p:cNvPr>
          <p:cNvSpPr/>
          <p:nvPr/>
        </p:nvSpPr>
        <p:spPr>
          <a:xfrm>
            <a:off x="5170574" y="829881"/>
            <a:ext cx="2348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Lookup </a:t>
            </a:r>
            <a:r>
              <a:rPr lang="en-US" altLang="zh-CN" b="1" i="1" dirty="0">
                <a:solidFill>
                  <a:srgbClr val="FF0000"/>
                </a:solidFill>
              </a:rPr>
              <a:t>p</a:t>
            </a:r>
          </a:p>
          <a:p>
            <a:r>
              <a:rPr lang="en-US" b="1" dirty="0">
                <a:solidFill>
                  <a:srgbClr val="FF0000"/>
                </a:solidFill>
              </a:rPr>
              <a:t>If given </a:t>
            </a:r>
            <a:r>
              <a:rPr lang="en-US" b="1" i="1" dirty="0">
                <a:solidFill>
                  <a:srgbClr val="FF0000"/>
                </a:solidFill>
              </a:rPr>
              <a:t>T</a:t>
            </a:r>
            <a:r>
              <a:rPr lang="en-US" b="1" dirty="0">
                <a:solidFill>
                  <a:srgbClr val="FF0000"/>
                </a:solidFill>
              </a:rPr>
              <a:t> &lt; </a:t>
            </a:r>
            <a:r>
              <a:rPr lang="en-US" b="1" i="1" dirty="0" err="1">
                <a:solidFill>
                  <a:srgbClr val="FF0000"/>
                </a:solidFill>
              </a:rPr>
              <a:t>T</a:t>
            </a:r>
            <a:r>
              <a:rPr lang="en-US" b="1" baseline="-25000" dirty="0" err="1">
                <a:solidFill>
                  <a:srgbClr val="FF0000"/>
                </a:solidFill>
              </a:rPr>
              <a:t>sat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C4B24C-C422-4883-A500-369937A249E7}"/>
              </a:ext>
            </a:extLst>
          </p:cNvPr>
          <p:cNvSpPr/>
          <p:nvPr/>
        </p:nvSpPr>
        <p:spPr>
          <a:xfrm>
            <a:off x="5273994" y="5254967"/>
            <a:ext cx="23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If given </a:t>
            </a:r>
            <a:r>
              <a:rPr lang="en-US" b="1" i="1" dirty="0">
                <a:solidFill>
                  <a:srgbClr val="FF0000"/>
                </a:solidFill>
              </a:rPr>
              <a:t>T</a:t>
            </a:r>
            <a:r>
              <a:rPr lang="en-US" b="1" dirty="0">
                <a:solidFill>
                  <a:srgbClr val="FF0000"/>
                </a:solidFill>
              </a:rPr>
              <a:t> &gt; </a:t>
            </a:r>
            <a:r>
              <a:rPr lang="en-US" b="1" i="1" dirty="0" err="1">
                <a:solidFill>
                  <a:srgbClr val="FF0000"/>
                </a:solidFill>
              </a:rPr>
              <a:t>T</a:t>
            </a:r>
            <a:r>
              <a:rPr lang="en-US" b="1" baseline="-25000" dirty="0" err="1">
                <a:solidFill>
                  <a:srgbClr val="FF0000"/>
                </a:solidFill>
              </a:rPr>
              <a:t>sat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1E179D-1879-4EAC-81D1-C3A1F75DDFA1}"/>
              </a:ext>
            </a:extLst>
          </p:cNvPr>
          <p:cNvSpPr txBox="1"/>
          <p:nvPr/>
        </p:nvSpPr>
        <p:spPr>
          <a:xfrm>
            <a:off x="198840" y="700338"/>
            <a:ext cx="4697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1800" b="1" dirty="0"/>
              <a:t>Consider the case when </a:t>
            </a:r>
            <a:r>
              <a:rPr lang="en-US" altLang="zh-CN" sz="1800" b="1" i="1" dirty="0"/>
              <a:t>T</a:t>
            </a:r>
            <a:r>
              <a:rPr lang="en-US" altLang="zh-CN" sz="1800" b="1" dirty="0"/>
              <a:t> &amp; </a:t>
            </a:r>
            <a:r>
              <a:rPr lang="en-US" altLang="zh-CN" sz="1800" b="1" i="1" dirty="0"/>
              <a:t>p</a:t>
            </a:r>
            <a:r>
              <a:rPr lang="en-US" altLang="zh-CN" sz="1800" b="1" dirty="0"/>
              <a:t> are given:</a:t>
            </a:r>
          </a:p>
        </p:txBody>
      </p:sp>
    </p:spTree>
    <p:extLst>
      <p:ext uri="{BB962C8B-B14F-4D97-AF65-F5344CB8AC3E}">
        <p14:creationId xmlns:p14="http://schemas.microsoft.com/office/powerpoint/2010/main" val="3279451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To Determine the Phase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83468C-4E59-47D2-B3E8-560E54B8541A}"/>
              </a:ext>
            </a:extLst>
          </p:cNvPr>
          <p:cNvSpPr txBox="1"/>
          <p:nvPr/>
        </p:nvSpPr>
        <p:spPr>
          <a:xfrm>
            <a:off x="165734" y="646099"/>
            <a:ext cx="8425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1800" b="1" dirty="0"/>
              <a:t>Consider the case when either </a:t>
            </a:r>
            <a:r>
              <a:rPr lang="en-US" altLang="zh-CN" sz="1800" b="1" i="1" dirty="0"/>
              <a:t>T</a:t>
            </a:r>
            <a:r>
              <a:rPr lang="en-US" altLang="zh-CN" sz="1800" b="1" dirty="0"/>
              <a:t> or </a:t>
            </a:r>
            <a:r>
              <a:rPr lang="en-US" altLang="zh-CN" sz="1800" b="1" i="1" dirty="0"/>
              <a:t>p</a:t>
            </a:r>
            <a:r>
              <a:rPr lang="en-US" altLang="zh-CN" sz="1800" b="1" dirty="0"/>
              <a:t> plus another property are given: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D7E9524-66C8-49CC-B88F-082FEE595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" y="1120891"/>
            <a:ext cx="883158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4AD2B0-C0A2-462C-8955-E12D768C24DC}"/>
              </a:ext>
            </a:extLst>
          </p:cNvPr>
          <p:cNvSpPr/>
          <p:nvPr/>
        </p:nvSpPr>
        <p:spPr>
          <a:xfrm>
            <a:off x="404842" y="4079645"/>
            <a:ext cx="45168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Lookup </a:t>
            </a:r>
            <a:r>
              <a:rPr lang="en-US" altLang="zh-CN" b="1" i="1" dirty="0">
                <a:solidFill>
                  <a:srgbClr val="FF0000"/>
                </a:solidFill>
              </a:rPr>
              <a:t>T or p </a:t>
            </a:r>
            <a:r>
              <a:rPr lang="en-US" altLang="zh-CN" b="1" dirty="0">
                <a:solidFill>
                  <a:srgbClr val="FF0000"/>
                </a:solidFill>
              </a:rPr>
              <a:t>at saturation Table A-2 or A-3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Compare another property with it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2BA00C-F1CE-4EAB-B8B7-2AAE87EF9B45}"/>
              </a:ext>
            </a:extLst>
          </p:cNvPr>
          <p:cNvGrpSpPr>
            <a:grpSpLocks noChangeAspect="1"/>
          </p:cNvGrpSpPr>
          <p:nvPr/>
        </p:nvGrpSpPr>
        <p:grpSpPr>
          <a:xfrm>
            <a:off x="5958403" y="3902284"/>
            <a:ext cx="3029387" cy="2814141"/>
            <a:chOff x="4349071" y="1423430"/>
            <a:chExt cx="5048978" cy="469023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7B7506-B66A-452E-A5F2-FAF9E439E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9071" y="1423430"/>
              <a:ext cx="5048978" cy="4690235"/>
            </a:xfrm>
            <a:prstGeom prst="rect">
              <a:avLst/>
            </a:prstGeom>
          </p:spPr>
        </p:pic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B4754AE1-5CB8-4164-A1D4-0523B652B74A}"/>
                </a:ext>
              </a:extLst>
            </p:cNvPr>
            <p:cNvSpPr/>
            <p:nvPr/>
          </p:nvSpPr>
          <p:spPr>
            <a:xfrm>
              <a:off x="6019312" y="3892059"/>
              <a:ext cx="1003300" cy="406400"/>
            </a:xfrm>
            <a:custGeom>
              <a:avLst/>
              <a:gdLst>
                <a:gd name="connsiteX0" fmla="*/ 790575 w 1003300"/>
                <a:gd name="connsiteY0" fmla="*/ 73025 h 406400"/>
                <a:gd name="connsiteX1" fmla="*/ 1003300 w 1003300"/>
                <a:gd name="connsiteY1" fmla="*/ 381000 h 406400"/>
                <a:gd name="connsiteX2" fmla="*/ 0 w 1003300"/>
                <a:gd name="connsiteY2" fmla="*/ 406400 h 406400"/>
                <a:gd name="connsiteX3" fmla="*/ 276225 w 1003300"/>
                <a:gd name="connsiteY3" fmla="*/ 47625 h 406400"/>
                <a:gd name="connsiteX4" fmla="*/ 549275 w 1003300"/>
                <a:gd name="connsiteY4" fmla="*/ 0 h 406400"/>
                <a:gd name="connsiteX5" fmla="*/ 790575 w 1003300"/>
                <a:gd name="connsiteY5" fmla="*/ 73025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3300" h="406400">
                  <a:moveTo>
                    <a:pt x="790575" y="73025"/>
                  </a:moveTo>
                  <a:lnTo>
                    <a:pt x="1003300" y="381000"/>
                  </a:lnTo>
                  <a:lnTo>
                    <a:pt x="0" y="406400"/>
                  </a:lnTo>
                  <a:lnTo>
                    <a:pt x="276225" y="47625"/>
                  </a:lnTo>
                  <a:lnTo>
                    <a:pt x="549275" y="0"/>
                  </a:lnTo>
                  <a:lnTo>
                    <a:pt x="790575" y="730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AC4AA22-CAA1-465D-96A5-2EA4A97F91F7}"/>
                </a:ext>
              </a:extLst>
            </p:cNvPr>
            <p:cNvSpPr/>
            <p:nvPr/>
          </p:nvSpPr>
          <p:spPr>
            <a:xfrm>
              <a:off x="5381137" y="4339734"/>
              <a:ext cx="746125" cy="574675"/>
            </a:xfrm>
            <a:custGeom>
              <a:avLst/>
              <a:gdLst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53975 w 746125"/>
                <a:gd name="connsiteY3" fmla="*/ 263525 h 574675"/>
                <a:gd name="connsiteX4" fmla="*/ 50800 w 746125"/>
                <a:gd name="connsiteY4" fmla="*/ 346075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38100 w 746125"/>
                <a:gd name="connsiteY3" fmla="*/ 241300 h 574675"/>
                <a:gd name="connsiteX4" fmla="*/ 50800 w 746125"/>
                <a:gd name="connsiteY4" fmla="*/ 346075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  <a:gd name="connsiteX0" fmla="*/ 746125 w 746125"/>
                <a:gd name="connsiteY0" fmla="*/ 6350 h 574675"/>
                <a:gd name="connsiteX1" fmla="*/ 41275 w 746125"/>
                <a:gd name="connsiteY1" fmla="*/ 0 h 574675"/>
                <a:gd name="connsiteX2" fmla="*/ 0 w 746125"/>
                <a:gd name="connsiteY2" fmla="*/ 114300 h 574675"/>
                <a:gd name="connsiteX3" fmla="*/ 38100 w 746125"/>
                <a:gd name="connsiteY3" fmla="*/ 241300 h 574675"/>
                <a:gd name="connsiteX4" fmla="*/ 34925 w 746125"/>
                <a:gd name="connsiteY4" fmla="*/ 349250 h 574675"/>
                <a:gd name="connsiteX5" fmla="*/ 104775 w 746125"/>
                <a:gd name="connsiteY5" fmla="*/ 533400 h 574675"/>
                <a:gd name="connsiteX6" fmla="*/ 203200 w 746125"/>
                <a:gd name="connsiteY6" fmla="*/ 574675 h 574675"/>
                <a:gd name="connsiteX7" fmla="*/ 365125 w 746125"/>
                <a:gd name="connsiteY7" fmla="*/ 501650 h 574675"/>
                <a:gd name="connsiteX8" fmla="*/ 746125 w 746125"/>
                <a:gd name="connsiteY8" fmla="*/ 6350 h 57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6125" h="574675">
                  <a:moveTo>
                    <a:pt x="746125" y="6350"/>
                  </a:moveTo>
                  <a:lnTo>
                    <a:pt x="41275" y="0"/>
                  </a:lnTo>
                  <a:lnTo>
                    <a:pt x="0" y="114300"/>
                  </a:lnTo>
                  <a:lnTo>
                    <a:pt x="38100" y="241300"/>
                  </a:lnTo>
                  <a:cubicBezTo>
                    <a:pt x="37042" y="277283"/>
                    <a:pt x="35983" y="313267"/>
                    <a:pt x="34925" y="349250"/>
                  </a:cubicBezTo>
                  <a:lnTo>
                    <a:pt x="104775" y="533400"/>
                  </a:lnTo>
                  <a:lnTo>
                    <a:pt x="203200" y="574675"/>
                  </a:lnTo>
                  <a:lnTo>
                    <a:pt x="365125" y="501650"/>
                  </a:lnTo>
                  <a:lnTo>
                    <a:pt x="746125" y="63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FED694-0A56-4059-B5BE-743F38C9E989}"/>
              </a:ext>
            </a:extLst>
          </p:cNvPr>
          <p:cNvCxnSpPr>
            <a:cxnSpLocks/>
          </p:cNvCxnSpPr>
          <p:nvPr/>
        </p:nvCxnSpPr>
        <p:spPr>
          <a:xfrm>
            <a:off x="165734" y="3279386"/>
            <a:ext cx="87188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98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Get your textbook!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83468C-4E59-47D2-B3E8-560E54B8541A}"/>
              </a:ext>
            </a:extLst>
          </p:cNvPr>
          <p:cNvSpPr txBox="1"/>
          <p:nvPr/>
        </p:nvSpPr>
        <p:spPr>
          <a:xfrm>
            <a:off x="165734" y="646099"/>
            <a:ext cx="84250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200" b="1" dirty="0"/>
              <a:t>What is the value of the specific volume of a saturated liquid, </a:t>
            </a:r>
            <a:r>
              <a:rPr lang="en-US" sz="3200" b="1" dirty="0" err="1"/>
              <a:t>v</a:t>
            </a:r>
            <a:r>
              <a:rPr lang="en-US" sz="3200" b="1" baseline="-25000" dirty="0" err="1"/>
              <a:t>f</a:t>
            </a:r>
            <a:r>
              <a:rPr lang="en-US" sz="3200" b="1" dirty="0"/>
              <a:t>, at 30</a:t>
            </a:r>
            <a:r>
              <a:rPr lang="en-US" sz="3200" b="1" baseline="30000" dirty="0"/>
              <a:t>o</a:t>
            </a:r>
            <a:r>
              <a:rPr lang="en-US" sz="3200" b="1" dirty="0"/>
              <a:t>C?</a:t>
            </a:r>
            <a:endParaRPr lang="en-US" altLang="zh-CN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D4E9EE-72BF-465D-86DE-B64D8A1DD53C}"/>
              </a:ext>
            </a:extLst>
          </p:cNvPr>
          <p:cNvSpPr txBox="1"/>
          <p:nvPr/>
        </p:nvSpPr>
        <p:spPr>
          <a:xfrm>
            <a:off x="2871053" y="2161196"/>
            <a:ext cx="3401893" cy="3447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32.894 m</a:t>
            </a:r>
            <a:r>
              <a:rPr lang="en-US" sz="2800" baseline="30000" dirty="0"/>
              <a:t>3</a:t>
            </a:r>
            <a:r>
              <a:rPr lang="en-US" sz="2800" dirty="0"/>
              <a:t>/kg 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1.0043 m</a:t>
            </a:r>
            <a:r>
              <a:rPr lang="en-US" sz="2800" baseline="30000" dirty="0"/>
              <a:t>3</a:t>
            </a:r>
            <a:r>
              <a:rPr lang="en-US" sz="2800" dirty="0"/>
              <a:t>/kg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1.0043 × 10</a:t>
            </a:r>
            <a:r>
              <a:rPr lang="en-US" sz="2800" baseline="30000" dirty="0"/>
              <a:t>-3</a:t>
            </a:r>
            <a:r>
              <a:rPr lang="en-US" sz="2800" dirty="0"/>
              <a:t> m</a:t>
            </a:r>
            <a:r>
              <a:rPr lang="en-US" sz="2800" baseline="30000" dirty="0"/>
              <a:t>3</a:t>
            </a:r>
            <a:r>
              <a:rPr lang="en-US" sz="2800" dirty="0"/>
              <a:t>/kg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 1.0043 × 10</a:t>
            </a:r>
            <a:r>
              <a:rPr lang="en-US" sz="2800" baseline="30000" dirty="0"/>
              <a:t>3</a:t>
            </a:r>
            <a:r>
              <a:rPr lang="en-US" sz="2800" dirty="0"/>
              <a:t> m</a:t>
            </a:r>
            <a:r>
              <a:rPr lang="en-US" sz="2800" baseline="30000" dirty="0"/>
              <a:t>3</a:t>
            </a:r>
            <a:r>
              <a:rPr lang="en-US" sz="2800" dirty="0"/>
              <a:t>/kg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0.04246 m</a:t>
            </a:r>
            <a:r>
              <a:rPr lang="en-US" sz="2800" baseline="30000" dirty="0"/>
              <a:t>3</a:t>
            </a:r>
            <a:r>
              <a:rPr lang="en-US" sz="2800" dirty="0"/>
              <a:t>/kg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358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Get your textbook!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83468C-4E59-47D2-B3E8-560E54B8541A}"/>
              </a:ext>
            </a:extLst>
          </p:cNvPr>
          <p:cNvSpPr txBox="1"/>
          <p:nvPr/>
        </p:nvSpPr>
        <p:spPr>
          <a:xfrm>
            <a:off x="165734" y="646099"/>
            <a:ext cx="84250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3200" b="1" dirty="0"/>
              <a:t>What is the saturation pressure of water at 80</a:t>
            </a:r>
            <a:r>
              <a:rPr lang="en-US" sz="3200" b="1" baseline="30000" dirty="0"/>
              <a:t>o</a:t>
            </a:r>
            <a:r>
              <a:rPr lang="en-US" sz="3200" b="1" dirty="0"/>
              <a:t>C?</a:t>
            </a:r>
            <a:endParaRPr lang="en-US" altLang="zh-C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AA8FA-4F33-4FE7-8076-9A0A54FF2573}"/>
              </a:ext>
            </a:extLst>
          </p:cNvPr>
          <p:cNvSpPr txBox="1"/>
          <p:nvPr/>
        </p:nvSpPr>
        <p:spPr>
          <a:xfrm>
            <a:off x="3285653" y="2349000"/>
            <a:ext cx="218521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0.4739 bar 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 295.1 bar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 0.06 bar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 25 bar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0.35 bar</a:t>
            </a:r>
          </a:p>
        </p:txBody>
      </p:sp>
    </p:spTree>
    <p:extLst>
      <p:ext uri="{BB962C8B-B14F-4D97-AF65-F5344CB8AC3E}">
        <p14:creationId xmlns:p14="http://schemas.microsoft.com/office/powerpoint/2010/main" val="19656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Example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7BD133-E38D-4D35-B5CE-24F2FABADAE0}"/>
              </a:ext>
            </a:extLst>
          </p:cNvPr>
          <p:cNvSpPr txBox="1"/>
          <p:nvPr/>
        </p:nvSpPr>
        <p:spPr>
          <a:xfrm>
            <a:off x="165734" y="705535"/>
            <a:ext cx="7652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Water is at 5 MPa and 30 </a:t>
            </a:r>
            <a:r>
              <a:rPr lang="en-US" altLang="zh-CN" sz="2400" b="1" baseline="30000" dirty="0" err="1"/>
              <a:t>o</a:t>
            </a:r>
            <a:r>
              <a:rPr lang="en-US" altLang="zh-CN" sz="2400" b="1" dirty="0" err="1"/>
              <a:t>C.</a:t>
            </a:r>
            <a:r>
              <a:rPr lang="en-US" altLang="zh-CN" sz="2400" b="1" dirty="0"/>
              <a:t>  Find specific volume?</a:t>
            </a:r>
          </a:p>
        </p:txBody>
      </p:sp>
    </p:spTree>
    <p:extLst>
      <p:ext uri="{BB962C8B-B14F-4D97-AF65-F5344CB8AC3E}">
        <p14:creationId xmlns:p14="http://schemas.microsoft.com/office/powerpoint/2010/main" val="3147288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7348</TotalTime>
  <Words>426</Words>
  <Application>Microsoft Office PowerPoint</Application>
  <PresentationFormat>全屏显示(4:3)</PresentationFormat>
  <Paragraphs>86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Theme</vt:lpstr>
      <vt:lpstr>ME 200 Thermodynamics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400 Energy Conversion Systems</dc:title>
  <dc:creator>tim</dc:creator>
  <cp:lastModifiedBy>Liu, Yang</cp:lastModifiedBy>
  <cp:revision>631</cp:revision>
  <cp:lastPrinted>2020-12-05T11:29:22Z</cp:lastPrinted>
  <dcterms:created xsi:type="dcterms:W3CDTF">2020-09-13T00:30:36Z</dcterms:created>
  <dcterms:modified xsi:type="dcterms:W3CDTF">2026-03-06T02:56:08Z</dcterms:modified>
</cp:coreProperties>
</file>