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2"/>
  </p:notesMasterIdLst>
  <p:handoutMasterIdLst>
    <p:handoutMasterId r:id="rId23"/>
  </p:handoutMasterIdLst>
  <p:sldIdLst>
    <p:sldId id="256" r:id="rId2"/>
    <p:sldId id="567" r:id="rId3"/>
    <p:sldId id="589" r:id="rId4"/>
    <p:sldId id="591" r:id="rId5"/>
    <p:sldId id="592" r:id="rId6"/>
    <p:sldId id="596" r:id="rId7"/>
    <p:sldId id="599" r:id="rId8"/>
    <p:sldId id="601" r:id="rId9"/>
    <p:sldId id="605" r:id="rId10"/>
    <p:sldId id="606" r:id="rId11"/>
    <p:sldId id="602" r:id="rId12"/>
    <p:sldId id="619" r:id="rId13"/>
    <p:sldId id="620" r:id="rId14"/>
    <p:sldId id="621" r:id="rId15"/>
    <p:sldId id="622" r:id="rId16"/>
    <p:sldId id="623" r:id="rId17"/>
    <p:sldId id="624" r:id="rId18"/>
    <p:sldId id="617" r:id="rId19"/>
    <p:sldId id="611" r:id="rId20"/>
    <p:sldId id="618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FF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AAC1614-1D65-2847-95C6-0F9969B346C9}" v="6" dt="2025-03-11T12:14:58.7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01" autoAdjust="0"/>
    <p:restoredTop sz="91769" autoAdjust="0"/>
  </p:normalViewPr>
  <p:slideViewPr>
    <p:cSldViewPr snapToGrid="0">
      <p:cViewPr varScale="1">
        <p:scale>
          <a:sx n="83" d="100"/>
          <a:sy n="83" d="100"/>
        </p:scale>
        <p:origin x="708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ui, Jiahuan" userId="74189dc3-7c4e-4658-a955-b1919aec75a3" providerId="ADAL" clId="{EAAC1614-1D65-2847-95C6-0F9969B346C9}"/>
    <pc:docChg chg="custSel addSld delSld modSld">
      <pc:chgData name="Cui, Jiahuan" userId="74189dc3-7c4e-4658-a955-b1919aec75a3" providerId="ADAL" clId="{EAAC1614-1D65-2847-95C6-0F9969B346C9}" dt="2025-03-11T12:14:58.752" v="28" actId="20577"/>
      <pc:docMkLst>
        <pc:docMk/>
      </pc:docMkLst>
      <pc:sldChg chg="del">
        <pc:chgData name="Cui, Jiahuan" userId="74189dc3-7c4e-4658-a955-b1919aec75a3" providerId="ADAL" clId="{EAAC1614-1D65-2847-95C6-0F9969B346C9}" dt="2025-03-11T11:58:55.366" v="0" actId="2696"/>
        <pc:sldMkLst>
          <pc:docMk/>
          <pc:sldMk cId="3296541039" sldId="587"/>
        </pc:sldMkLst>
      </pc:sldChg>
      <pc:sldChg chg="del">
        <pc:chgData name="Cui, Jiahuan" userId="74189dc3-7c4e-4658-a955-b1919aec75a3" providerId="ADAL" clId="{EAAC1614-1D65-2847-95C6-0F9969B346C9}" dt="2025-03-11T11:58:57.791" v="1" actId="2696"/>
        <pc:sldMkLst>
          <pc:docMk/>
          <pc:sldMk cId="780312989" sldId="588"/>
        </pc:sldMkLst>
      </pc:sldChg>
      <pc:sldChg chg="modSp modAnim">
        <pc:chgData name="Cui, Jiahuan" userId="74189dc3-7c4e-4658-a955-b1919aec75a3" providerId="ADAL" clId="{EAAC1614-1D65-2847-95C6-0F9969B346C9}" dt="2025-03-11T12:14:58.752" v="28" actId="20577"/>
        <pc:sldMkLst>
          <pc:docMk/>
          <pc:sldMk cId="369728873" sldId="589"/>
        </pc:sldMkLst>
        <pc:spChg chg="mod">
          <ac:chgData name="Cui, Jiahuan" userId="74189dc3-7c4e-4658-a955-b1919aec75a3" providerId="ADAL" clId="{EAAC1614-1D65-2847-95C6-0F9969B346C9}" dt="2025-03-11T12:14:58.752" v="28" actId="20577"/>
          <ac:spMkLst>
            <pc:docMk/>
            <pc:sldMk cId="369728873" sldId="589"/>
            <ac:spMk id="10" creationId="{B2DB003E-FA7C-4931-BF96-471434533CBD}"/>
          </ac:spMkLst>
        </pc:spChg>
      </pc:sldChg>
      <pc:sldChg chg="del">
        <pc:chgData name="Cui, Jiahuan" userId="74189dc3-7c4e-4658-a955-b1919aec75a3" providerId="ADAL" clId="{EAAC1614-1D65-2847-95C6-0F9969B346C9}" dt="2025-03-11T11:59:18.288" v="3" actId="2696"/>
        <pc:sldMkLst>
          <pc:docMk/>
          <pc:sldMk cId="713767098" sldId="593"/>
        </pc:sldMkLst>
      </pc:sldChg>
      <pc:sldChg chg="del">
        <pc:chgData name="Cui, Jiahuan" userId="74189dc3-7c4e-4658-a955-b1919aec75a3" providerId="ADAL" clId="{EAAC1614-1D65-2847-95C6-0F9969B346C9}" dt="2025-03-11T11:58:59.077" v="2" actId="2696"/>
        <pc:sldMkLst>
          <pc:docMk/>
          <pc:sldMk cId="2013962752" sldId="594"/>
        </pc:sldMkLst>
      </pc:sldChg>
      <pc:sldChg chg="del">
        <pc:chgData name="Cui, Jiahuan" userId="74189dc3-7c4e-4658-a955-b1919aec75a3" providerId="ADAL" clId="{EAAC1614-1D65-2847-95C6-0F9969B346C9}" dt="2025-03-11T11:59:21.021" v="4" actId="2696"/>
        <pc:sldMkLst>
          <pc:docMk/>
          <pc:sldMk cId="415994632" sldId="595"/>
        </pc:sldMkLst>
      </pc:sldChg>
      <pc:sldChg chg="del">
        <pc:chgData name="Cui, Jiahuan" userId="74189dc3-7c4e-4658-a955-b1919aec75a3" providerId="ADAL" clId="{EAAC1614-1D65-2847-95C6-0F9969B346C9}" dt="2025-03-11T11:59:23.512" v="5" actId="2696"/>
        <pc:sldMkLst>
          <pc:docMk/>
          <pc:sldMk cId="1988792431" sldId="598"/>
        </pc:sldMkLst>
      </pc:sldChg>
      <pc:sldChg chg="del">
        <pc:chgData name="Cui, Jiahuan" userId="74189dc3-7c4e-4658-a955-b1919aec75a3" providerId="ADAL" clId="{EAAC1614-1D65-2847-95C6-0F9969B346C9}" dt="2025-03-11T12:05:26.177" v="11" actId="2696"/>
        <pc:sldMkLst>
          <pc:docMk/>
          <pc:sldMk cId="2785367493" sldId="600"/>
        </pc:sldMkLst>
      </pc:sldChg>
      <pc:sldChg chg="delSp mod delAnim">
        <pc:chgData name="Cui, Jiahuan" userId="74189dc3-7c4e-4658-a955-b1919aec75a3" providerId="ADAL" clId="{EAAC1614-1D65-2847-95C6-0F9969B346C9}" dt="2025-03-11T12:04:30.144" v="10" actId="478"/>
        <pc:sldMkLst>
          <pc:docMk/>
          <pc:sldMk cId="3776574806" sldId="602"/>
        </pc:sldMkLst>
        <pc:spChg chg="del">
          <ac:chgData name="Cui, Jiahuan" userId="74189dc3-7c4e-4658-a955-b1919aec75a3" providerId="ADAL" clId="{EAAC1614-1D65-2847-95C6-0F9969B346C9}" dt="2025-03-11T12:04:30.144" v="10" actId="478"/>
          <ac:spMkLst>
            <pc:docMk/>
            <pc:sldMk cId="3776574806" sldId="602"/>
            <ac:spMk id="2" creationId="{5EAF2A86-B429-439C-A7C8-6BA24744F9C2}"/>
          </ac:spMkLst>
        </pc:spChg>
        <pc:spChg chg="del">
          <ac:chgData name="Cui, Jiahuan" userId="74189dc3-7c4e-4658-a955-b1919aec75a3" providerId="ADAL" clId="{EAAC1614-1D65-2847-95C6-0F9969B346C9}" dt="2025-03-11T12:04:30.144" v="10" actId="478"/>
          <ac:spMkLst>
            <pc:docMk/>
            <pc:sldMk cId="3776574806" sldId="602"/>
            <ac:spMk id="16" creationId="{C53DFC9B-FBE3-49D9-823F-6EAFD415DF2F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17" creationId="{9B149B8F-CD89-425A-8E62-16ECE8F7939A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18" creationId="{5117245C-F046-4E63-8E91-F234D99015B0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19" creationId="{DB39272E-E4DB-4DD4-8B20-9DED2D107744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20" creationId="{80FF8C08-4A7A-49ED-9BC2-25428DE50F9B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21" creationId="{0654E7A4-9CBC-4A4A-8C73-11D5A7B9F680}"/>
          </ac:spMkLst>
        </pc:spChg>
        <pc:spChg chg="del">
          <ac:chgData name="Cui, Jiahuan" userId="74189dc3-7c4e-4658-a955-b1919aec75a3" providerId="ADAL" clId="{EAAC1614-1D65-2847-95C6-0F9969B346C9}" dt="2025-03-11T12:04:22.807" v="8" actId="478"/>
          <ac:spMkLst>
            <pc:docMk/>
            <pc:sldMk cId="3776574806" sldId="602"/>
            <ac:spMk id="22" creationId="{A5462088-A415-4731-A919-EDDB6F405B67}"/>
          </ac:spMkLst>
        </pc:spChg>
        <pc:spChg chg="del">
          <ac:chgData name="Cui, Jiahuan" userId="74189dc3-7c4e-4658-a955-b1919aec75a3" providerId="ADAL" clId="{EAAC1614-1D65-2847-95C6-0F9969B346C9}" dt="2025-03-11T12:04:30.144" v="10" actId="478"/>
          <ac:spMkLst>
            <pc:docMk/>
            <pc:sldMk cId="3776574806" sldId="602"/>
            <ac:spMk id="26" creationId="{7F715209-DB70-4D5B-AB02-FA70DFD747EE}"/>
          </ac:spMkLst>
        </pc:spChg>
        <pc:spChg chg="del">
          <ac:chgData name="Cui, Jiahuan" userId="74189dc3-7c4e-4658-a955-b1919aec75a3" providerId="ADAL" clId="{EAAC1614-1D65-2847-95C6-0F9969B346C9}" dt="2025-03-11T12:04:30.144" v="10" actId="478"/>
          <ac:spMkLst>
            <pc:docMk/>
            <pc:sldMk cId="3776574806" sldId="602"/>
            <ac:spMk id="27" creationId="{914F2366-4C4A-4529-B761-CAA7F8B4AF1E}"/>
          </ac:spMkLst>
        </pc:spChg>
        <pc:picChg chg="del">
          <ac:chgData name="Cui, Jiahuan" userId="74189dc3-7c4e-4658-a955-b1919aec75a3" providerId="ADAL" clId="{EAAC1614-1D65-2847-95C6-0F9969B346C9}" dt="2025-03-11T12:04:22.807" v="8" actId="478"/>
          <ac:picMkLst>
            <pc:docMk/>
            <pc:sldMk cId="3776574806" sldId="602"/>
            <ac:picMk id="5" creationId="{00000000-0000-0000-0000-000000000000}"/>
          </ac:picMkLst>
        </pc:picChg>
        <pc:picChg chg="del">
          <ac:chgData name="Cui, Jiahuan" userId="74189dc3-7c4e-4658-a955-b1919aec75a3" providerId="ADAL" clId="{EAAC1614-1D65-2847-95C6-0F9969B346C9}" dt="2025-03-11T12:04:27.601" v="9" actId="478"/>
          <ac:picMkLst>
            <pc:docMk/>
            <pc:sldMk cId="3776574806" sldId="602"/>
            <ac:picMk id="7" creationId="{3C30C25E-0936-428E-A998-5DDCB47AC1F0}"/>
          </ac:picMkLst>
        </pc:picChg>
      </pc:sldChg>
      <pc:sldChg chg="delSp mod delAnim">
        <pc:chgData name="Cui, Jiahuan" userId="74189dc3-7c4e-4658-a955-b1919aec75a3" providerId="ADAL" clId="{EAAC1614-1D65-2847-95C6-0F9969B346C9}" dt="2025-03-11T12:14:42.224" v="25" actId="478"/>
        <pc:sldMkLst>
          <pc:docMk/>
          <pc:sldMk cId="118501420" sldId="605"/>
        </pc:sldMkLst>
        <pc:spChg chg="del">
          <ac:chgData name="Cui, Jiahuan" userId="74189dc3-7c4e-4658-a955-b1919aec75a3" providerId="ADAL" clId="{EAAC1614-1D65-2847-95C6-0F9969B346C9}" dt="2025-03-11T12:14:42.224" v="25" actId="478"/>
          <ac:spMkLst>
            <pc:docMk/>
            <pc:sldMk cId="118501420" sldId="605"/>
            <ac:spMk id="4" creationId="{C1643F18-6DC4-4252-BC0B-53EA0F354426}"/>
          </ac:spMkLst>
        </pc:spChg>
        <pc:spChg chg="del">
          <ac:chgData name="Cui, Jiahuan" userId="74189dc3-7c4e-4658-a955-b1919aec75a3" providerId="ADAL" clId="{EAAC1614-1D65-2847-95C6-0F9969B346C9}" dt="2025-03-11T12:14:42.224" v="25" actId="478"/>
          <ac:spMkLst>
            <pc:docMk/>
            <pc:sldMk cId="118501420" sldId="605"/>
            <ac:spMk id="6" creationId="{A576AB44-42FA-48A2-8F29-0379DD380AE5}"/>
          </ac:spMkLst>
        </pc:spChg>
        <pc:spChg chg="del">
          <ac:chgData name="Cui, Jiahuan" userId="74189dc3-7c4e-4658-a955-b1919aec75a3" providerId="ADAL" clId="{EAAC1614-1D65-2847-95C6-0F9969B346C9}" dt="2025-03-11T12:14:42.224" v="25" actId="478"/>
          <ac:spMkLst>
            <pc:docMk/>
            <pc:sldMk cId="118501420" sldId="605"/>
            <ac:spMk id="14" creationId="{ADAF885D-571B-404D-B21E-96DA78C5A4E2}"/>
          </ac:spMkLst>
        </pc:spChg>
        <pc:spChg chg="del">
          <ac:chgData name="Cui, Jiahuan" userId="74189dc3-7c4e-4658-a955-b1919aec75a3" providerId="ADAL" clId="{EAAC1614-1D65-2847-95C6-0F9969B346C9}" dt="2025-03-11T12:14:42.224" v="25" actId="478"/>
          <ac:spMkLst>
            <pc:docMk/>
            <pc:sldMk cId="118501420" sldId="605"/>
            <ac:spMk id="15" creationId="{396032CD-5269-433D-87EF-BFC88977B48B}"/>
          </ac:spMkLst>
        </pc:spChg>
        <pc:spChg chg="del">
          <ac:chgData name="Cui, Jiahuan" userId="74189dc3-7c4e-4658-a955-b1919aec75a3" providerId="ADAL" clId="{EAAC1614-1D65-2847-95C6-0F9969B346C9}" dt="2025-03-11T12:14:42.224" v="25" actId="478"/>
          <ac:spMkLst>
            <pc:docMk/>
            <pc:sldMk cId="118501420" sldId="605"/>
            <ac:spMk id="16" creationId="{1EA5BA08-E36B-4DF8-A9C5-9F5F72CF2567}"/>
          </ac:spMkLst>
        </pc:spChg>
        <pc:cxnChg chg="del">
          <ac:chgData name="Cui, Jiahuan" userId="74189dc3-7c4e-4658-a955-b1919aec75a3" providerId="ADAL" clId="{EAAC1614-1D65-2847-95C6-0F9969B346C9}" dt="2025-03-11T12:14:42.224" v="25" actId="478"/>
          <ac:cxnSpMkLst>
            <pc:docMk/>
            <pc:sldMk cId="118501420" sldId="605"/>
            <ac:cxnSpMk id="17" creationId="{99F33287-DB6C-4B27-9292-2573D0906151}"/>
          </ac:cxnSpMkLst>
        </pc:cxnChg>
        <pc:cxnChg chg="del">
          <ac:chgData name="Cui, Jiahuan" userId="74189dc3-7c4e-4658-a955-b1919aec75a3" providerId="ADAL" clId="{EAAC1614-1D65-2847-95C6-0F9969B346C9}" dt="2025-03-11T12:14:42.224" v="25" actId="478"/>
          <ac:cxnSpMkLst>
            <pc:docMk/>
            <pc:sldMk cId="118501420" sldId="605"/>
            <ac:cxnSpMk id="18" creationId="{C39A897C-5759-47AF-831F-E548A0F55708}"/>
          </ac:cxnSpMkLst>
        </pc:cxnChg>
        <pc:cxnChg chg="del">
          <ac:chgData name="Cui, Jiahuan" userId="74189dc3-7c4e-4658-a955-b1919aec75a3" providerId="ADAL" clId="{EAAC1614-1D65-2847-95C6-0F9969B346C9}" dt="2025-03-11T12:14:42.224" v="25" actId="478"/>
          <ac:cxnSpMkLst>
            <pc:docMk/>
            <pc:sldMk cId="118501420" sldId="605"/>
            <ac:cxnSpMk id="19" creationId="{BCF119D4-D535-4606-962A-A83357C5A514}"/>
          </ac:cxnSpMkLst>
        </pc:cxnChg>
        <pc:cxnChg chg="del">
          <ac:chgData name="Cui, Jiahuan" userId="74189dc3-7c4e-4658-a955-b1919aec75a3" providerId="ADAL" clId="{EAAC1614-1D65-2847-95C6-0F9969B346C9}" dt="2025-03-11T12:14:42.224" v="25" actId="478"/>
          <ac:cxnSpMkLst>
            <pc:docMk/>
            <pc:sldMk cId="118501420" sldId="605"/>
            <ac:cxnSpMk id="20" creationId="{7D1BECCA-7C2E-48EF-90DB-D6903E44130D}"/>
          </ac:cxnSpMkLst>
        </pc:cxnChg>
      </pc:sldChg>
      <pc:sldChg chg="modSp mod">
        <pc:chgData name="Cui, Jiahuan" userId="74189dc3-7c4e-4658-a955-b1919aec75a3" providerId="ADAL" clId="{EAAC1614-1D65-2847-95C6-0F9969B346C9}" dt="2025-03-11T12:13:24.005" v="13" actId="27636"/>
        <pc:sldMkLst>
          <pc:docMk/>
          <pc:sldMk cId="675412131" sldId="606"/>
        </pc:sldMkLst>
        <pc:spChg chg="mod">
          <ac:chgData name="Cui, Jiahuan" userId="74189dc3-7c4e-4658-a955-b1919aec75a3" providerId="ADAL" clId="{EAAC1614-1D65-2847-95C6-0F9969B346C9}" dt="2025-03-11T12:13:24.005" v="13" actId="27636"/>
          <ac:spMkLst>
            <pc:docMk/>
            <pc:sldMk cId="675412131" sldId="606"/>
            <ac:spMk id="11" creationId="{A3022368-0EA1-4697-BD38-02EFA0F7DCE2}"/>
          </ac:spMkLst>
        </pc:spChg>
      </pc:sldChg>
      <pc:sldChg chg="del">
        <pc:chgData name="Cui, Jiahuan" userId="74189dc3-7c4e-4658-a955-b1919aec75a3" providerId="ADAL" clId="{EAAC1614-1D65-2847-95C6-0F9969B346C9}" dt="2025-03-11T12:04:17.588" v="7" actId="2696"/>
        <pc:sldMkLst>
          <pc:docMk/>
          <pc:sldMk cId="2102597169" sldId="607"/>
        </pc:sldMkLst>
      </pc:sldChg>
      <pc:sldChg chg="del">
        <pc:chgData name="Cui, Jiahuan" userId="74189dc3-7c4e-4658-a955-b1919aec75a3" providerId="ADAL" clId="{EAAC1614-1D65-2847-95C6-0F9969B346C9}" dt="2025-03-11T12:04:03.906" v="6" actId="2696"/>
        <pc:sldMkLst>
          <pc:docMk/>
          <pc:sldMk cId="731616529" sldId="608"/>
        </pc:sldMkLst>
      </pc:sldChg>
      <pc:sldChg chg="add">
        <pc:chgData name="Cui, Jiahuan" userId="74189dc3-7c4e-4658-a955-b1919aec75a3" providerId="ADAL" clId="{EAAC1614-1D65-2847-95C6-0F9969B346C9}" dt="2025-03-11T12:13:23.923" v="12"/>
        <pc:sldMkLst>
          <pc:docMk/>
          <pc:sldMk cId="1983986135" sldId="611"/>
        </pc:sldMkLst>
      </pc:sldChg>
      <pc:sldChg chg="add del">
        <pc:chgData name="Cui, Jiahuan" userId="74189dc3-7c4e-4658-a955-b1919aec75a3" providerId="ADAL" clId="{EAAC1614-1D65-2847-95C6-0F9969B346C9}" dt="2025-03-11T12:14:25.711" v="24" actId="2696"/>
        <pc:sldMkLst>
          <pc:docMk/>
          <pc:sldMk cId="3957414991" sldId="612"/>
        </pc:sldMkLst>
      </pc:sldChg>
      <pc:sldChg chg="add">
        <pc:chgData name="Cui, Jiahuan" userId="74189dc3-7c4e-4658-a955-b1919aec75a3" providerId="ADAL" clId="{EAAC1614-1D65-2847-95C6-0F9969B346C9}" dt="2025-03-11T12:13:23.923" v="12"/>
        <pc:sldMkLst>
          <pc:docMk/>
          <pc:sldMk cId="3568237732" sldId="617"/>
        </pc:sldMkLst>
      </pc:sldChg>
      <pc:sldChg chg="addSp delSp modSp add mod">
        <pc:chgData name="Cui, Jiahuan" userId="74189dc3-7c4e-4658-a955-b1919aec75a3" providerId="ADAL" clId="{EAAC1614-1D65-2847-95C6-0F9969B346C9}" dt="2025-03-11T12:14:20.117" v="23" actId="478"/>
        <pc:sldMkLst>
          <pc:docMk/>
          <pc:sldMk cId="3241300366" sldId="618"/>
        </pc:sldMkLst>
        <pc:spChg chg="add mod">
          <ac:chgData name="Cui, Jiahuan" userId="74189dc3-7c4e-4658-a955-b1919aec75a3" providerId="ADAL" clId="{EAAC1614-1D65-2847-95C6-0F9969B346C9}" dt="2025-03-11T12:14:11.628" v="18" actId="1076"/>
          <ac:spMkLst>
            <pc:docMk/>
            <pc:sldMk cId="3241300366" sldId="618"/>
            <ac:spMk id="2" creationId="{7B5821FF-0B52-A156-FD32-50DFC17E4BF7}"/>
          </ac:spMkLst>
        </pc:spChg>
        <pc:spChg chg="del mod">
          <ac:chgData name="Cui, Jiahuan" userId="74189dc3-7c4e-4658-a955-b1919aec75a3" providerId="ADAL" clId="{EAAC1614-1D65-2847-95C6-0F9969B346C9}" dt="2025-03-11T12:14:20.117" v="23" actId="478"/>
          <ac:spMkLst>
            <pc:docMk/>
            <pc:sldMk cId="3241300366" sldId="618"/>
            <ac:spMk id="8" creationId="{12113A2D-8A8E-407E-A52B-81392938A874}"/>
          </ac:spMkLst>
        </pc:spChg>
        <pc:picChg chg="mod">
          <ac:chgData name="Cui, Jiahuan" userId="74189dc3-7c4e-4658-a955-b1919aec75a3" providerId="ADAL" clId="{EAAC1614-1D65-2847-95C6-0F9969B346C9}" dt="2025-03-11T12:14:14.829" v="19" actId="14100"/>
          <ac:picMkLst>
            <pc:docMk/>
            <pc:sldMk cId="3241300366" sldId="618"/>
            <ac:picMk id="6" creationId="{433B6783-5FA4-4F01-8977-2B17BB58E492}"/>
          </ac:picMkLst>
        </pc:picChg>
      </pc:sldChg>
      <pc:sldChg chg="add del">
        <pc:chgData name="Cui, Jiahuan" userId="74189dc3-7c4e-4658-a955-b1919aec75a3" providerId="ADAL" clId="{EAAC1614-1D65-2847-95C6-0F9969B346C9}" dt="2025-03-11T12:13:45.594" v="14" actId="2696"/>
        <pc:sldMkLst>
          <pc:docMk/>
          <pc:sldMk cId="2371157266" sldId="619"/>
        </pc:sldMkLst>
      </pc:sldChg>
      <pc:sldChg chg="add del">
        <pc:chgData name="Cui, Jiahuan" userId="74189dc3-7c4e-4658-a955-b1919aec75a3" providerId="ADAL" clId="{EAAC1614-1D65-2847-95C6-0F9969B346C9}" dt="2025-03-11T12:13:46.699" v="15" actId="2696"/>
        <pc:sldMkLst>
          <pc:docMk/>
          <pc:sldMk cId="3539821665" sldId="621"/>
        </pc:sldMkLst>
      </pc:sldChg>
    </pc:docChg>
  </pc:docChgLst>
  <pc:docChgLst>
    <pc:chgData name="Cui, Jiahuan" userId="74189dc3-7c4e-4658-a955-b1919aec75a3" providerId="ADAL" clId="{18C52C70-B8F0-D644-92D2-78B67B188466}"/>
    <pc:docChg chg="undo custSel addSld delSld modSld">
      <pc:chgData name="Cui, Jiahuan" userId="74189dc3-7c4e-4658-a955-b1919aec75a3" providerId="ADAL" clId="{18C52C70-B8F0-D644-92D2-78B67B188466}" dt="2025-03-11T11:54:11.203" v="4" actId="2696"/>
      <pc:docMkLst>
        <pc:docMk/>
      </pc:docMkLst>
      <pc:sldChg chg="modSp mod">
        <pc:chgData name="Cui, Jiahuan" userId="74189dc3-7c4e-4658-a955-b1919aec75a3" providerId="ADAL" clId="{18C52C70-B8F0-D644-92D2-78B67B188466}" dt="2025-03-11T11:54:02.220" v="1" actId="27636"/>
        <pc:sldMkLst>
          <pc:docMk/>
          <pc:sldMk cId="2943049344" sldId="256"/>
        </pc:sldMkLst>
        <pc:spChg chg="mod">
          <ac:chgData name="Cui, Jiahuan" userId="74189dc3-7c4e-4658-a955-b1919aec75a3" providerId="ADAL" clId="{18C52C70-B8F0-D644-92D2-78B67B188466}" dt="2025-03-11T11:54:02.220" v="1" actId="27636"/>
          <ac:spMkLst>
            <pc:docMk/>
            <pc:sldMk cId="2943049344" sldId="256"/>
            <ac:spMk id="3" creationId="{00000000-0000-0000-0000-000000000000}"/>
          </ac:spMkLst>
        </pc:spChg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3967116771" sldId="531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1096871693" sldId="545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591423092" sldId="551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3798435315" sldId="552"/>
        </pc:sldMkLst>
      </pc:sldChg>
      <pc:sldChg chg="add del">
        <pc:chgData name="Cui, Jiahuan" userId="74189dc3-7c4e-4658-a955-b1919aec75a3" providerId="ADAL" clId="{18C52C70-B8F0-D644-92D2-78B67B188466}" dt="2025-03-11T11:54:11.203" v="4" actId="2696"/>
        <pc:sldMkLst>
          <pc:docMk/>
          <pc:sldMk cId="1783594198" sldId="567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250909401" sldId="578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2153800950" sldId="579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3244579322" sldId="581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817080526" sldId="583"/>
        </pc:sldMkLst>
      </pc:sldChg>
      <pc:sldChg chg="del">
        <pc:chgData name="Cui, Jiahuan" userId="74189dc3-7c4e-4658-a955-b1919aec75a3" providerId="ADAL" clId="{18C52C70-B8F0-D644-92D2-78B67B188466}" dt="2025-03-11T11:54:08.943" v="2" actId="2696"/>
        <pc:sldMkLst>
          <pc:docMk/>
          <pc:sldMk cId="320750195" sldId="586"/>
        </pc:sldMkLst>
      </pc:sldChg>
    </pc:docChg>
  </pc:docChgLst>
  <pc:docChgLst>
    <pc:chgData name="Cui, Jiahuan" userId="74189dc3-7c4e-4658-a955-b1919aec75a3" providerId="ADAL" clId="{CF821550-3076-1340-A750-24D94A99CBC9}"/>
    <pc:docChg chg="delSld">
      <pc:chgData name="Cui, Jiahuan" userId="74189dc3-7c4e-4658-a955-b1919aec75a3" providerId="ADAL" clId="{CF821550-3076-1340-A750-24D94A99CBC9}" dt="2025-03-11T11:53:35.601" v="0" actId="2696"/>
      <pc:docMkLst>
        <pc:docMk/>
      </pc:docMkLst>
      <pc:sldChg chg="del">
        <pc:chgData name="Cui, Jiahuan" userId="74189dc3-7c4e-4658-a955-b1919aec75a3" providerId="ADAL" clId="{CF821550-3076-1340-A750-24D94A99CBC9}" dt="2025-03-11T11:53:35.601" v="0" actId="2696"/>
        <pc:sldMkLst>
          <pc:docMk/>
          <pc:sldMk cId="2566521072" sldId="3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E6E16-4E3A-4AD1-BF8F-40C768BA13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153898"/>
      </p:ext>
    </p:extLst>
  </p:cSld>
  <p:clrMap bg1="lt1" tx1="dk1" bg2="lt2" tx2="dk2" accent1="accent1" accent2="accent2" accent3="accent3" accent4="accent4" accent5="accent5" accent6="accent6" hlink="hlink" folHlink="folHlink"/>
  <p:hf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Lecture 05 - Quality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en-US"/>
              <a:t>1/20/2021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C9A199-9094-412E-AD92-571A1458CB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311318"/>
      </p:ext>
    </p:extLst>
  </p:cSld>
  <p:clrMap bg1="lt1" tx1="dk1" bg2="lt2" tx2="dk2" accent1="accent1" accent2="accent2" accent3="accent3" accent4="accent4" accent5="accent5" accent6="accent6" hlink="hlink" folHlink="folHlink"/>
  <p:hf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/>
              <a:t>Lecture 05 - Quality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C9A199-9094-412E-AD92-571A1458CB65}" type="slidenum">
              <a:rPr lang="en-US" smtClean="0"/>
              <a:t>1</a:t>
            </a:fld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DDEAD59-3789-4136-9022-85F70FDD1C5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r>
              <a:rPr lang="en-US"/>
              <a:t>1/20/2021</a:t>
            </a:r>
          </a:p>
        </p:txBody>
      </p:sp>
    </p:spTree>
    <p:extLst>
      <p:ext uri="{BB962C8B-B14F-4D97-AF65-F5344CB8AC3E}">
        <p14:creationId xmlns:p14="http://schemas.microsoft.com/office/powerpoint/2010/main" val="37835991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23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1789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1432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8900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minutes</a:t>
            </a:r>
          </a:p>
          <a:p>
            <a:r>
              <a:rPr lang="en-US" dirty="0"/>
              <a:t>B is the answer (but not always)</a:t>
            </a:r>
          </a:p>
          <a:p>
            <a:r>
              <a:rPr lang="en-US" dirty="0"/>
              <a:t>C is the purpose, but typical</a:t>
            </a:r>
            <a:r>
              <a:rPr lang="en-US" baseline="0" dirty="0"/>
              <a:t> steam turbine V increases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3200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7302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state 5 and state 6</a:t>
            </a:r>
          </a:p>
        </p:txBody>
      </p:sp>
    </p:spTree>
    <p:extLst>
      <p:ext uri="{BB962C8B-B14F-4D97-AF65-F5344CB8AC3E}">
        <p14:creationId xmlns:p14="http://schemas.microsoft.com/office/powerpoint/2010/main" val="42073032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6050098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minutes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 is not the correct answer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077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Need double interpolation.  Two ways to do this.</a:t>
            </a:r>
          </a:p>
        </p:txBody>
      </p:sp>
    </p:spTree>
    <p:extLst>
      <p:ext uri="{BB962C8B-B14F-4D97-AF65-F5344CB8AC3E}">
        <p14:creationId xmlns:p14="http://schemas.microsoft.com/office/powerpoint/2010/main" val="41619175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15075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Reheater in the future, can calculate yourself economizer.  </a:t>
            </a:r>
          </a:p>
        </p:txBody>
      </p:sp>
    </p:spTree>
    <p:extLst>
      <p:ext uri="{BB962C8B-B14F-4D97-AF65-F5344CB8AC3E}">
        <p14:creationId xmlns:p14="http://schemas.microsoft.com/office/powerpoint/2010/main" val="355192299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978FB304-8DC4-4016-B678-46A84FF9AE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598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C5A85-BA68-4A6E-89EC-89F77F1DBAA3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52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1F983-55B3-4486-B781-620F6DBD51A8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307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96A44-F112-465B-9F17-6AEA6575836A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127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280868-52FB-4F0E-9E4D-CD408078E6C2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8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BFD7E3-7B3F-4FC2-A5AD-80CAB07EB05E}" type="datetime1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982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4AB53F-12C9-4728-B471-936897AB026F}" type="datetime1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5138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D25B4-0C05-495D-A3E2-85B0ED0F6FCD}" type="datetime1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80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80CB2-E014-4BC5-8CDD-632662D6D7CF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52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8DCFA-11BF-42B2-BD96-FC517D0EB8FE}" type="datetime1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85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2D60C0-9620-432C-8D8D-9C06BB5BB575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938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6AE5B-EB16-47B8-B0BB-3B146A954241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812EF-7246-4ADC-BC0E-7B12542E4010}" type="datetime1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2D253-2F6D-41B8-95AA-96C9BA5D69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44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ME 200</a:t>
            </a:r>
            <a:br>
              <a:rPr lang="en-US" b="1" dirty="0"/>
            </a:br>
            <a:r>
              <a:rPr lang="en-US" sz="5300" b="1" dirty="0"/>
              <a:t>Thermodynamics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Lecture 11 – Steady State Open System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389" y="26081"/>
            <a:ext cx="8945223" cy="128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0493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Steady-State Open System Example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DB003E-FA7C-4931-BF96-471434533CBD}"/>
                  </a:ext>
                </a:extLst>
              </p:cNvPr>
              <p:cNvSpPr txBox="1"/>
              <p:nvPr/>
            </p:nvSpPr>
            <p:spPr>
              <a:xfrm>
                <a:off x="149182" y="697686"/>
                <a:ext cx="8915400" cy="30469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altLang="zh-CN" sz="2400" b="1" dirty="0"/>
                  <a:t>A fluid enters a turbine (a steady-state device) at State 1 and expands to State 2 while 75 kJ/kg of energy is transported by work from the device.  The fluid then enters a “separator” (also a steady-state device) which divides the fluid into two streams which leave through flow boundaries 3 and 4.  If both turbine and separator are adiabatic, and if K.E. and P.E. are negligible, determine the mass flow rate ratio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1" i="1">
                                <a:latin typeface="Cambria Math"/>
                              </a:rPr>
                              <m:t>𝟑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̇"/>
                                <m:ctrlPr>
                                  <a:rPr lang="zh-CN" altLang="en-US" sz="2400" b="1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2400" b="1" i="1">
                                    <a:latin typeface="Cambria Math"/>
                                  </a:rPr>
                                  <m:t>𝒎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CN" sz="24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2400" b="1" dirty="0"/>
                  <a:t> , given that </a:t>
                </a:r>
                <a:r>
                  <a:rPr lang="en-US" altLang="zh-CN" sz="2400" b="1" i="1" dirty="0"/>
                  <a:t>h</a:t>
                </a:r>
                <a:r>
                  <a:rPr lang="en-US" altLang="zh-CN" sz="2400" b="1" baseline="-25000" dirty="0"/>
                  <a:t>1</a:t>
                </a:r>
                <a:r>
                  <a:rPr lang="en-US" altLang="zh-CN" sz="2400" b="1" dirty="0"/>
                  <a:t> = 150 kJ/kg, </a:t>
                </a:r>
                <a:r>
                  <a:rPr lang="en-US" altLang="zh-CN" sz="2400" b="1" i="1" dirty="0"/>
                  <a:t>h</a:t>
                </a:r>
                <a:r>
                  <a:rPr lang="en-US" altLang="zh-CN" sz="2400" b="1" baseline="-25000" dirty="0"/>
                  <a:t>3</a:t>
                </a:r>
                <a:r>
                  <a:rPr lang="en-US" altLang="zh-CN" sz="2400" b="1" dirty="0"/>
                  <a:t> = 100 kJ/kg and </a:t>
                </a:r>
                <a:r>
                  <a:rPr lang="en-US" altLang="zh-CN" sz="2400" b="1" i="1" dirty="0"/>
                  <a:t>h</a:t>
                </a:r>
                <a:r>
                  <a:rPr lang="en-US" altLang="zh-CN" sz="2400" b="1" baseline="-25000" dirty="0"/>
                  <a:t>4</a:t>
                </a:r>
                <a:r>
                  <a:rPr lang="en-US" altLang="zh-CN" sz="2400" b="1" dirty="0"/>
                  <a:t> = 50 kJ/kg.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DB003E-FA7C-4931-BF96-471434533C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182" y="697686"/>
                <a:ext cx="8915400" cy="3046988"/>
              </a:xfrm>
              <a:prstGeom prst="rect">
                <a:avLst/>
              </a:prstGeom>
              <a:blipFill>
                <a:blip r:embed="rId4"/>
                <a:stretch>
                  <a:fillRect l="-1025" t="-1600" r="-1367" b="-162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CA17B45-E2BC-4D3C-940C-1167DAA29A37}"/>
              </a:ext>
            </a:extLst>
          </p:cNvPr>
          <p:cNvCxnSpPr>
            <a:cxnSpLocks/>
          </p:cNvCxnSpPr>
          <p:nvPr/>
        </p:nvCxnSpPr>
        <p:spPr>
          <a:xfrm>
            <a:off x="149182" y="2914073"/>
            <a:ext cx="5517327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9F4E7871-303C-409C-974D-FE045A893F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6327" y="3481385"/>
            <a:ext cx="5380182" cy="303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594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Summary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54014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r>
              <a:rPr lang="en-US" altLang="zh-CN" sz="2400" b="1" dirty="0"/>
              <a:t>Steady-state steady-flow (SSSF) processes are processes in which</a:t>
            </a:r>
          </a:p>
          <a:p>
            <a:pPr>
              <a:spcAft>
                <a:spcPts val="1800"/>
              </a:spcAft>
            </a:pPr>
            <a:endParaRPr lang="en-US" sz="2400" dirty="0">
              <a:solidFill>
                <a:srgbClr val="FF0000"/>
              </a:solidFill>
            </a:endParaRPr>
          </a:p>
          <a:p>
            <a:pPr algn="ctr">
              <a:spcAft>
                <a:spcPts val="1800"/>
              </a:spcAft>
            </a:pPr>
            <a:endParaRPr lang="en-US" sz="2400" dirty="0">
              <a:solidFill>
                <a:srgbClr val="FF0000"/>
              </a:solidFill>
            </a:endParaRPr>
          </a:p>
          <a:p>
            <a:pPr algn="ctr">
              <a:spcAft>
                <a:spcPts val="1800"/>
              </a:spcAft>
            </a:pPr>
            <a:endParaRPr lang="en-US" sz="2400" dirty="0"/>
          </a:p>
          <a:p>
            <a:pPr marL="457200" indent="-457200">
              <a:spcAft>
                <a:spcPts val="1800"/>
              </a:spcAft>
              <a:buFont typeface="+mj-lt"/>
              <a:buAutoNum type="arabicPeriod" startAt="2"/>
            </a:pPr>
            <a:r>
              <a:rPr lang="en-US" altLang="zh-CN" sz="2400" b="1" dirty="0"/>
              <a:t>Open system will normally require both mass and energy conservation equations to be used together.</a:t>
            </a:r>
          </a:p>
          <a:p>
            <a:pPr>
              <a:spcAft>
                <a:spcPts val="1800"/>
              </a:spcAft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457200" indent="-457200">
              <a:spcAft>
                <a:spcPts val="1800"/>
              </a:spcAft>
              <a:buFont typeface="+mj-lt"/>
              <a:buAutoNum type="arabicPeriod"/>
            </a:pPr>
            <a:endParaRPr lang="en-US" altLang="zh-CN" sz="2400" b="1" dirty="0"/>
          </a:p>
          <a:p>
            <a:pPr marL="457200" indent="-457200">
              <a:spcAft>
                <a:spcPts val="1800"/>
              </a:spcAft>
              <a:buFont typeface="+mj-lt"/>
              <a:buAutoNum type="arabicPeriod" startAt="3"/>
            </a:pPr>
            <a:r>
              <a:rPr lang="en-US" altLang="zh-CN" sz="2400" b="1" dirty="0"/>
              <a:t>Conservation equations can be applied to the whole process (e.g., turbine and separator together) or to any individual component.</a:t>
            </a:r>
          </a:p>
        </p:txBody>
      </p:sp>
    </p:spTree>
    <p:extLst>
      <p:ext uri="{BB962C8B-B14F-4D97-AF65-F5344CB8AC3E}">
        <p14:creationId xmlns:p14="http://schemas.microsoft.com/office/powerpoint/2010/main" val="369728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A41C16ED-C93B-4820-BE57-A12830D80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8172" y="67930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FFD165F3-88E5-4515-BFE9-8168A51EF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897" y="6225521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AF4E91-7B11-4B64-9032-E36E3F8BB15C}"/>
                  </a:ext>
                </a:extLst>
              </p:cNvPr>
              <p:cNvSpPr txBox="1"/>
              <p:nvPr/>
            </p:nvSpPr>
            <p:spPr>
              <a:xfrm>
                <a:off x="677380" y="5865147"/>
                <a:ext cx="50487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1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</m:acc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AAF4E91-7B11-4B64-9032-E36E3F8BB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380" y="5865147"/>
                <a:ext cx="50487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74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3">
            <a:extLst>
              <a:ext uri="{FF2B5EF4-FFF2-40B4-BE49-F238E27FC236}">
                <a16:creationId xmlns:a16="http://schemas.microsoft.com/office/drawing/2014/main" id="{DFBB3932-2BF2-4709-B32C-4227C4A679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21" y="809278"/>
            <a:ext cx="8553450" cy="5705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93060DD4-4887-4FE8-B767-3F9502DBC7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497" y="688723"/>
            <a:ext cx="3606350" cy="2717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92890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Steam Turbine Operation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 steam passes through turbine, what will happen?</a:t>
            </a:r>
          </a:p>
        </p:txBody>
      </p:sp>
      <p:pic>
        <p:nvPicPr>
          <p:cNvPr id="6" name="Picture 3">
            <a:extLst>
              <a:ext uri="{FF2B5EF4-FFF2-40B4-BE49-F238E27FC236}">
                <a16:creationId xmlns:a16="http://schemas.microsoft.com/office/drawing/2014/main" id="{96A5841D-2C39-452B-9A6D-501E855B4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177" y="3337883"/>
            <a:ext cx="4754880" cy="278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1523039-CECB-482A-905A-4163AC5A710A}"/>
              </a:ext>
            </a:extLst>
          </p:cNvPr>
          <p:cNvSpPr txBox="1"/>
          <p:nvPr/>
        </p:nvSpPr>
        <p:spPr>
          <a:xfrm>
            <a:off x="477692" y="1385451"/>
            <a:ext cx="53212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lphaUcPeriod"/>
            </a:pPr>
            <a:r>
              <a:rPr lang="en-US" sz="2800" dirty="0"/>
              <a:t>p </a:t>
            </a:r>
            <a:r>
              <a:rPr lang="en-US" sz="2800" dirty="0">
                <a:latin typeface="Cambria Math"/>
                <a:ea typeface="Cambria Math"/>
              </a:rPr>
              <a:t>↑, T ↑, &amp; V (velocity) ↑</a:t>
            </a: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p </a:t>
            </a:r>
            <a:r>
              <a:rPr lang="en-US" sz="2800" dirty="0">
                <a:latin typeface="Cambria Math"/>
                <a:ea typeface="Cambria Math"/>
              </a:rPr>
              <a:t>↓, T ↓, &amp; V ↑</a:t>
            </a: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p </a:t>
            </a:r>
            <a:r>
              <a:rPr lang="en-US" sz="2800" dirty="0">
                <a:latin typeface="Cambria Math"/>
                <a:ea typeface="Cambria Math"/>
              </a:rPr>
              <a:t>↓, T ↓, &amp; V ↓</a:t>
            </a: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p </a:t>
            </a:r>
            <a:r>
              <a:rPr lang="en-US" sz="2800" dirty="0">
                <a:latin typeface="Cambria Math"/>
                <a:ea typeface="Cambria Math"/>
              </a:rPr>
              <a:t>↓, T ↑, &amp; V ↑</a:t>
            </a:r>
            <a:endParaRPr lang="en-US" sz="2800" dirty="0"/>
          </a:p>
          <a:p>
            <a:pPr marL="342900" indent="-342900">
              <a:buAutoNum type="alphaUcPeriod"/>
            </a:pPr>
            <a:r>
              <a:rPr lang="en-US" sz="2800" dirty="0"/>
              <a:t>p </a:t>
            </a:r>
            <a:r>
              <a:rPr lang="en-US" sz="2800" dirty="0">
                <a:latin typeface="Cambria Math"/>
                <a:ea typeface="Cambria Math"/>
              </a:rPr>
              <a:t>↓, T ↑, &amp; V ↓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4723511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a) Determine the power output from the turbine.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42FD32-AFC8-4FFA-A635-8C0E003322B5}"/>
              </a:ext>
            </a:extLst>
          </p:cNvPr>
          <p:cNvSpPr txBox="1">
            <a:spLocks noChangeArrowheads="1"/>
          </p:cNvSpPr>
          <p:nvPr/>
        </p:nvSpPr>
        <p:spPr>
          <a:xfrm>
            <a:off x="409510" y="1400074"/>
            <a:ext cx="6705600" cy="502073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4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95285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3033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90570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8585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8113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476424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709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66993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962278" indent="0" algn="ctr" defTabSz="990570" rtl="0" eaLnBrk="1" latinLnBrk="0" hangingPunct="1">
              <a:spcBef>
                <a:spcPct val="20000"/>
              </a:spcBef>
              <a:buFont typeface="Arial" pitchFamily="34" charset="0"/>
              <a:buNone/>
              <a:defRPr sz="2167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en-US" sz="2400" b="1" dirty="0">
                <a:solidFill>
                  <a:schemeClr val="tx1"/>
                </a:solidFill>
              </a:rPr>
              <a:t>Turbine basic principles of operation: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Pressure 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Velocity is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Work transfer from the system</a:t>
            </a:r>
          </a:p>
          <a:p>
            <a:pPr algn="l"/>
            <a:endParaRPr lang="en-US" altLang="en-US" sz="2400" b="1" dirty="0">
              <a:solidFill>
                <a:schemeClr val="tx1"/>
              </a:solidFill>
            </a:endParaRPr>
          </a:p>
          <a:p>
            <a:pPr algn="l"/>
            <a:r>
              <a:rPr lang="en-US" altLang="en-US" sz="2400" b="1" dirty="0">
                <a:solidFill>
                  <a:schemeClr val="tx1"/>
                </a:solidFill>
              </a:rPr>
              <a:t>Assumptions for turbine analysis: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Steady state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Adiabatic boundaries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Equilibrium states at inlet and outlet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Mass average velocities adequate for calculations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No heat losses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1" dirty="0">
                <a:solidFill>
                  <a:schemeClr val="tx1"/>
                </a:solidFill>
              </a:rPr>
              <a:t>Changes in potential energy are negligible.</a:t>
            </a:r>
          </a:p>
        </p:txBody>
      </p:sp>
      <p:pic>
        <p:nvPicPr>
          <p:cNvPr id="8" name="Picture 3">
            <a:extLst>
              <a:ext uri="{FF2B5EF4-FFF2-40B4-BE49-F238E27FC236}">
                <a16:creationId xmlns:a16="http://schemas.microsoft.com/office/drawing/2014/main" id="{413F382A-5101-416A-B419-E97EFFC130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9526" y="1120443"/>
            <a:ext cx="3345056" cy="1962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60964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1" y="70701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113A2D-8A8E-407E-A52B-81392938A874}"/>
              </a:ext>
            </a:extLst>
          </p:cNvPr>
          <p:cNvSpPr/>
          <p:nvPr/>
        </p:nvSpPr>
        <p:spPr>
          <a:xfrm>
            <a:off x="5353725" y="1368795"/>
            <a:ext cx="2127903" cy="1461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64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a) Determine the power output from the turbine.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501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a) Determine the power output from the turbine.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6722F2-5086-44BC-A31D-5DEB0E5F8F68}"/>
              </a:ext>
            </a:extLst>
          </p:cNvPr>
          <p:cNvSpPr txBox="1"/>
          <p:nvPr/>
        </p:nvSpPr>
        <p:spPr>
          <a:xfrm>
            <a:off x="788268" y="2963336"/>
            <a:ext cx="134363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3320 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3380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3400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3428</a:t>
            </a:r>
          </a:p>
          <a:p>
            <a:pPr marL="342900" indent="-342900">
              <a:spcAft>
                <a:spcPts val="1200"/>
              </a:spcAft>
              <a:buFont typeface="+mj-lt"/>
              <a:buAutoNum type="alphaUcPeriod"/>
            </a:pPr>
            <a:r>
              <a:rPr lang="en-US" sz="2800" dirty="0"/>
              <a:t>3435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3022368-0EA1-4697-BD38-02EFA0F7DCE2}"/>
              </a:ext>
            </a:extLst>
          </p:cNvPr>
          <p:cNvSpPr txBox="1">
            <a:spLocks/>
          </p:cNvSpPr>
          <p:nvPr/>
        </p:nvSpPr>
        <p:spPr>
          <a:xfrm>
            <a:off x="746882" y="2215303"/>
            <a:ext cx="2598174" cy="6658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90570" rtl="0" eaLnBrk="1" latinLnBrk="0" hangingPunct="1">
              <a:spcBef>
                <a:spcPct val="0"/>
              </a:spcBef>
              <a:buNone/>
              <a:defRPr sz="47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altLang="zh-CN" sz="2800" b="1" i="1" dirty="0"/>
              <a:t>h</a:t>
            </a:r>
            <a:r>
              <a:rPr lang="en-US" altLang="zh-CN" sz="2800" b="1" baseline="-25000" dirty="0"/>
              <a:t>5</a:t>
            </a:r>
            <a:r>
              <a:rPr lang="en-US" altLang="zh-CN" sz="2800" b="1" dirty="0"/>
              <a:t> </a:t>
            </a:r>
            <a:r>
              <a:rPr lang="en-US" altLang="zh-CN" sz="2800" b="1" dirty="0">
                <a:latin typeface="Cambria Math"/>
                <a:ea typeface="Cambria Math"/>
              </a:rPr>
              <a:t>≈</a:t>
            </a:r>
            <a:r>
              <a:rPr lang="en-US" altLang="zh-CN" sz="2800" b="1" dirty="0"/>
              <a:t> _____ kJ/kg </a:t>
            </a:r>
            <a:endParaRPr lang="en-US" sz="2800" b="1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CB3CE1-234B-42EE-B76C-2B81E327545F}"/>
                  </a:ext>
                </a:extLst>
              </p:cNvPr>
              <p:cNvSpPr txBox="1"/>
              <p:nvPr/>
            </p:nvSpPr>
            <p:spPr>
              <a:xfrm>
                <a:off x="4731327" y="1480127"/>
                <a:ext cx="2610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=5.5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𝑀𝑃𝑎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FCB3CE1-234B-42EE-B76C-2B81E3275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27" y="1480127"/>
                <a:ext cx="2610458" cy="276999"/>
              </a:xfrm>
              <a:prstGeom prst="rect">
                <a:avLst/>
              </a:prstGeom>
              <a:blipFill>
                <a:blip r:embed="rId4"/>
                <a:stretch>
                  <a:fillRect l="-1636" r="-1869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41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3">
            <a:extLst>
              <a:ext uri="{FF2B5EF4-FFF2-40B4-BE49-F238E27FC236}">
                <a16:creationId xmlns:a16="http://schemas.microsoft.com/office/drawing/2014/main" id="{49E8909F-8A11-4D9F-8D7B-6751BB951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822" y="1527081"/>
            <a:ext cx="6146032" cy="324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DB003E-FA7C-4931-BF96-471434533CBD}"/>
              </a:ext>
            </a:extLst>
          </p:cNvPr>
          <p:cNvSpPr txBox="1"/>
          <p:nvPr/>
        </p:nvSpPr>
        <p:spPr>
          <a:xfrm>
            <a:off x="149182" y="697686"/>
            <a:ext cx="891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a) Determine the power output from the turbine.</a:t>
            </a:r>
          </a:p>
        </p:txBody>
      </p:sp>
      <p:pic>
        <p:nvPicPr>
          <p:cNvPr id="12" name="Picture 3">
            <a:extLst>
              <a:ext uri="{FF2B5EF4-FFF2-40B4-BE49-F238E27FC236}">
                <a16:creationId xmlns:a16="http://schemas.microsoft.com/office/drawing/2014/main" id="{8AB89112-B059-41BD-90D2-56A68E8A21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040" y="1527081"/>
            <a:ext cx="6146032" cy="32406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36631-0EB6-462E-92DA-EDF9EE629F3A}"/>
                  </a:ext>
                </a:extLst>
              </p:cNvPr>
              <p:cNvSpPr txBox="1"/>
              <p:nvPr/>
            </p:nvSpPr>
            <p:spPr>
              <a:xfrm>
                <a:off x="2962564" y="1316398"/>
                <a:ext cx="261045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=5.5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𝑀𝑃𝑎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6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=490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℃</m:t>
                      </m:r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7636631-0EB6-462E-92DA-EDF9EE629F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2564" y="1316398"/>
                <a:ext cx="2610458" cy="276999"/>
              </a:xfrm>
              <a:prstGeom prst="rect">
                <a:avLst/>
              </a:prstGeom>
              <a:blipFill>
                <a:blip r:embed="rId5"/>
                <a:stretch>
                  <a:fillRect l="-1869" r="-1636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76574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40D7BAE-C244-76EE-8FB0-9C3CCF78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5BBF06-6E30-CAEB-E1C5-802227E61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12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376E591-89DA-DA41-A4D0-EA7A9F87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13" y="490352"/>
            <a:ext cx="7551388" cy="5134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543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12E7185-7328-A86D-95A1-33C398A64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6008C5A-4C7B-75BC-9120-4EF5C519E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13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9C7CB0A-0F04-9566-CC31-A963AE4AC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6835" y="136524"/>
            <a:ext cx="5593621" cy="6269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38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4072E81-E17B-EFC1-9A7E-36E8B085C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7A506D2-A9BF-7560-209E-3146CDD6B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14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0CB246C-7AE4-8600-6534-DE0B93D9F1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429" y="557948"/>
            <a:ext cx="7329142" cy="532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941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C782D94-C58C-8507-663C-C57F64689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868986-ADB1-3460-5AFA-AB1400784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15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66449F-06C7-4794-C6AB-53937B1B6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595" y="212393"/>
            <a:ext cx="6485764" cy="6143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0728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DA6225F-EC60-F8C9-3E97-CA08AB7A7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6BE0660-16D8-C9B0-20EE-C50ECE86B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16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28B8E0D-1051-7411-E364-BB17DB98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8969" y="224923"/>
            <a:ext cx="6454301" cy="6313990"/>
          </a:xfrm>
          <a:prstGeom prst="rect">
            <a:avLst/>
          </a:prstGeom>
        </p:spPr>
      </p:pic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763CA0-D6DA-8993-6D53-EBB026BB94FA}"/>
              </a:ext>
            </a:extLst>
          </p:cNvPr>
          <p:cNvCxnSpPr>
            <a:cxnSpLocks/>
          </p:cNvCxnSpPr>
          <p:nvPr/>
        </p:nvCxnSpPr>
        <p:spPr>
          <a:xfrm flipV="1">
            <a:off x="3796496" y="3159889"/>
            <a:ext cx="2754775" cy="486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DE7DB66D-3FA7-DF56-7963-D1789C1E9A9E}"/>
              </a:ext>
            </a:extLst>
          </p:cNvPr>
          <p:cNvSpPr txBox="1"/>
          <p:nvPr/>
        </p:nvSpPr>
        <p:spPr>
          <a:xfrm>
            <a:off x="6030530" y="2644306"/>
            <a:ext cx="1964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From state 4 in the schematic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027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1AB4F41-1C07-F43D-BB37-7B4A458E5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ME 270: Design for Manufacturability | 2020 Fall | UIUC-ZJU | Timothy H. Lee 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FFF59D-E5EF-A12E-F284-2CDC69779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02D253-2F6D-41B8-95AA-96C9BA5D69B2}" type="slidenum">
              <a:rPr lang="en-US" smtClean="0"/>
              <a:t>17</a:t>
            </a:fld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2551F6B-C542-4B02-71D0-0D34701A3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9" y="625758"/>
            <a:ext cx="4181431" cy="517946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2E535A3-BCF8-FA94-5014-050326191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03825"/>
            <a:ext cx="4416021" cy="581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576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1" y="707015"/>
            <a:ext cx="6811963" cy="559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12113A2D-8A8E-407E-A52B-81392938A874}"/>
              </a:ext>
            </a:extLst>
          </p:cNvPr>
          <p:cNvSpPr/>
          <p:nvPr/>
        </p:nvSpPr>
        <p:spPr>
          <a:xfrm>
            <a:off x="1390522" y="1358259"/>
            <a:ext cx="2127903" cy="146133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237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Steam Generator - Boiler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174335F-2B7D-4622-8F69-728C575996C1}"/>
              </a:ext>
            </a:extLst>
          </p:cNvPr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4">
            <a:extLst>
              <a:ext uri="{FF2B5EF4-FFF2-40B4-BE49-F238E27FC236}">
                <a16:creationId xmlns:a16="http://schemas.microsoft.com/office/drawing/2014/main" id="{1DB0BB49-B562-4B82-A837-FDB4C2C4B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5650" y="832795"/>
            <a:ext cx="7212699" cy="54349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39861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-2286"/>
            <a:ext cx="9144000" cy="542925"/>
          </a:xfrm>
          <a:prstGeom prst="rect">
            <a:avLst/>
          </a:prstGeom>
          <a:solidFill>
            <a:srgbClr val="5490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300" dirty="0"/>
              <a:t>Analysis of a Typical Power Cycle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0" y="6559872"/>
            <a:ext cx="9144000" cy="7144"/>
          </a:xfrm>
          <a:prstGeom prst="line">
            <a:avLst/>
          </a:prstGeom>
          <a:ln w="9525">
            <a:solidFill>
              <a:srgbClr val="F57E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5056" y="6612135"/>
            <a:ext cx="2453888" cy="208581"/>
          </a:xfrm>
          <a:prstGeom prst="rect">
            <a:avLst/>
          </a:prstGeom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433B6783-5FA4-4F01-8977-2B17BB58E4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792" y="1415534"/>
            <a:ext cx="5949968" cy="4890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8EA03C33-9C28-4D34-84AC-254DC7AF0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661" y="5902249"/>
            <a:ext cx="1928813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B5821FF-0B52-A156-FD32-50DFC17E4BF7}"/>
              </a:ext>
            </a:extLst>
          </p:cNvPr>
          <p:cNvSpPr txBox="1"/>
          <p:nvPr/>
        </p:nvSpPr>
        <p:spPr>
          <a:xfrm>
            <a:off x="0" y="551872"/>
            <a:ext cx="8915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800"/>
              </a:spcAft>
            </a:pPr>
            <a:r>
              <a:rPr lang="en-US" altLang="zh-CN" sz="2400" b="1" dirty="0"/>
              <a:t>b) Determine the heat transfer rates in the steam generator (practice on economizer yourselves).</a:t>
            </a:r>
          </a:p>
        </p:txBody>
      </p:sp>
    </p:spTree>
    <p:extLst>
      <p:ext uri="{BB962C8B-B14F-4D97-AF65-F5344CB8AC3E}">
        <p14:creationId xmlns:p14="http://schemas.microsoft.com/office/powerpoint/2010/main" val="32413003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8687</TotalTime>
  <Words>607</Words>
  <Application>Microsoft Office PowerPoint</Application>
  <PresentationFormat>全屏显示(4:3)</PresentationFormat>
  <Paragraphs>82</Paragraphs>
  <Slides>20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Cambria Math</vt:lpstr>
      <vt:lpstr>Office Theme</vt:lpstr>
      <vt:lpstr>ME 200 Thermodynamics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400 Energy Conversion Systems</dc:title>
  <dc:creator>tim</dc:creator>
  <cp:lastModifiedBy>Liu, Yang</cp:lastModifiedBy>
  <cp:revision>979</cp:revision>
  <cp:lastPrinted>2020-12-05T11:29:22Z</cp:lastPrinted>
  <dcterms:created xsi:type="dcterms:W3CDTF">2020-09-13T00:30:36Z</dcterms:created>
  <dcterms:modified xsi:type="dcterms:W3CDTF">2026-03-20T06:59:27Z</dcterms:modified>
</cp:coreProperties>
</file>