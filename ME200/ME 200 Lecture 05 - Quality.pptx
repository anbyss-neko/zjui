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7"/>
  </p:notesMasterIdLst>
  <p:handoutMasterIdLst>
    <p:handoutMasterId r:id="rId18"/>
  </p:handoutMasterIdLst>
  <p:sldIdLst>
    <p:sldId id="256" r:id="rId2"/>
    <p:sldId id="436" r:id="rId3"/>
    <p:sldId id="438" r:id="rId4"/>
    <p:sldId id="434" r:id="rId5"/>
    <p:sldId id="430" r:id="rId6"/>
    <p:sldId id="452" r:id="rId7"/>
    <p:sldId id="453" r:id="rId8"/>
    <p:sldId id="465" r:id="rId9"/>
    <p:sldId id="449" r:id="rId10"/>
    <p:sldId id="459" r:id="rId11"/>
    <p:sldId id="458" r:id="rId12"/>
    <p:sldId id="450" r:id="rId13"/>
    <p:sldId id="451" r:id="rId14"/>
    <p:sldId id="447" r:id="rId15"/>
    <p:sldId id="46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CCFF"/>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7AF5D2-1557-1743-8685-8C82C1FE6B67}" v="1" dt="2025-02-24T15:42:45.1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92449" autoAdjust="0"/>
  </p:normalViewPr>
  <p:slideViewPr>
    <p:cSldViewPr snapToGrid="0">
      <p:cViewPr varScale="1">
        <p:scale>
          <a:sx n="83" d="100"/>
          <a:sy n="83" d="100"/>
        </p:scale>
        <p:origin x="780" y="78"/>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ui, Jiahuan" userId="74189dc3-7c4e-4658-a955-b1919aec75a3" providerId="ADAL" clId="{A2D03051-DC1D-9745-89C5-17215C605CDC}"/>
    <pc:docChg chg="undo custSel addSld delSld">
      <pc:chgData name="Cui, Jiahuan" userId="74189dc3-7c4e-4658-a955-b1919aec75a3" providerId="ADAL" clId="{A2D03051-DC1D-9745-89C5-17215C605CDC}" dt="2025-02-24T14:38:10.216" v="2" actId="2696"/>
      <pc:docMkLst>
        <pc:docMk/>
      </pc:docMkLst>
      <pc:sldChg chg="add del">
        <pc:chgData name="Cui, Jiahuan" userId="74189dc3-7c4e-4658-a955-b1919aec75a3" providerId="ADAL" clId="{A2D03051-DC1D-9745-89C5-17215C605CDC}" dt="2025-02-24T14:38:10.216" v="2" actId="2696"/>
        <pc:sldMkLst>
          <pc:docMk/>
          <pc:sldMk cId="2566521072" sldId="346"/>
        </pc:sldMkLst>
      </pc:sldChg>
    </pc:docChg>
  </pc:docChgLst>
  <pc:docChgLst>
    <pc:chgData name="Cui, Jiahuan" userId="74189dc3-7c4e-4658-a955-b1919aec75a3" providerId="ADAL" clId="{F97AF5D2-1557-1743-8685-8C82C1FE6B67}"/>
    <pc:docChg chg="custSel addSld delSld modSld">
      <pc:chgData name="Cui, Jiahuan" userId="74189dc3-7c4e-4658-a955-b1919aec75a3" providerId="ADAL" clId="{F97AF5D2-1557-1743-8685-8C82C1FE6B67}" dt="2025-02-25T15:11:46.052" v="20" actId="2696"/>
      <pc:docMkLst>
        <pc:docMk/>
      </pc:docMkLst>
      <pc:sldChg chg="modSp mod">
        <pc:chgData name="Cui, Jiahuan" userId="74189dc3-7c4e-4658-a955-b1919aec75a3" providerId="ADAL" clId="{F97AF5D2-1557-1743-8685-8C82C1FE6B67}" dt="2025-02-25T13:32:26.754" v="12" actId="27636"/>
        <pc:sldMkLst>
          <pc:docMk/>
          <pc:sldMk cId="2943049344" sldId="256"/>
        </pc:sldMkLst>
        <pc:spChg chg="mod">
          <ac:chgData name="Cui, Jiahuan" userId="74189dc3-7c4e-4658-a955-b1919aec75a3" providerId="ADAL" clId="{F97AF5D2-1557-1743-8685-8C82C1FE6B67}" dt="2025-02-25T13:32:26.754" v="12" actId="27636"/>
          <ac:spMkLst>
            <pc:docMk/>
            <pc:sldMk cId="2943049344" sldId="256"/>
            <ac:spMk id="3" creationId="{00000000-0000-0000-0000-000000000000}"/>
          </ac:spMkLst>
        </pc:spChg>
      </pc:sldChg>
      <pc:sldChg chg="del">
        <pc:chgData name="Cui, Jiahuan" userId="74189dc3-7c4e-4658-a955-b1919aec75a3" providerId="ADAL" clId="{F97AF5D2-1557-1743-8685-8C82C1FE6B67}" dt="2025-02-24T15:42:32.328" v="0" actId="2696"/>
        <pc:sldMkLst>
          <pc:docMk/>
          <pc:sldMk cId="1765724498" sldId="420"/>
        </pc:sldMkLst>
      </pc:sldChg>
      <pc:sldChg chg="add">
        <pc:chgData name="Cui, Jiahuan" userId="74189dc3-7c4e-4658-a955-b1919aec75a3" providerId="ADAL" clId="{F97AF5D2-1557-1743-8685-8C82C1FE6B67}" dt="2025-02-24T15:42:45.171" v="6"/>
        <pc:sldMkLst>
          <pc:docMk/>
          <pc:sldMk cId="114968358" sldId="430"/>
        </pc:sldMkLst>
      </pc:sldChg>
      <pc:sldChg chg="add">
        <pc:chgData name="Cui, Jiahuan" userId="74189dc3-7c4e-4658-a955-b1919aec75a3" providerId="ADAL" clId="{F97AF5D2-1557-1743-8685-8C82C1FE6B67}" dt="2025-02-24T15:42:45.171" v="6"/>
        <pc:sldMkLst>
          <pc:docMk/>
          <pc:sldMk cId="822902637" sldId="434"/>
        </pc:sldMkLst>
      </pc:sldChg>
      <pc:sldChg chg="add">
        <pc:chgData name="Cui, Jiahuan" userId="74189dc3-7c4e-4658-a955-b1919aec75a3" providerId="ADAL" clId="{F97AF5D2-1557-1743-8685-8C82C1FE6B67}" dt="2025-02-24T15:42:45.171" v="6"/>
        <pc:sldMkLst>
          <pc:docMk/>
          <pc:sldMk cId="3846959657" sldId="436"/>
        </pc:sldMkLst>
      </pc:sldChg>
      <pc:sldChg chg="add">
        <pc:chgData name="Cui, Jiahuan" userId="74189dc3-7c4e-4658-a955-b1919aec75a3" providerId="ADAL" clId="{F97AF5D2-1557-1743-8685-8C82C1FE6B67}" dt="2025-02-24T15:42:45.171" v="6"/>
        <pc:sldMkLst>
          <pc:docMk/>
          <pc:sldMk cId="2259582492" sldId="438"/>
        </pc:sldMkLst>
      </pc:sldChg>
      <pc:sldChg chg="del">
        <pc:chgData name="Cui, Jiahuan" userId="74189dc3-7c4e-4658-a955-b1919aec75a3" providerId="ADAL" clId="{F97AF5D2-1557-1743-8685-8C82C1FE6B67}" dt="2025-02-24T15:42:36.148" v="1" actId="2696"/>
        <pc:sldMkLst>
          <pc:docMk/>
          <pc:sldMk cId="2472136479" sldId="444"/>
        </pc:sldMkLst>
      </pc:sldChg>
      <pc:sldChg chg="del">
        <pc:chgData name="Cui, Jiahuan" userId="74189dc3-7c4e-4658-a955-b1919aec75a3" providerId="ADAL" clId="{F97AF5D2-1557-1743-8685-8C82C1FE6B67}" dt="2025-02-24T15:42:38.006" v="2" actId="2696"/>
        <pc:sldMkLst>
          <pc:docMk/>
          <pc:sldMk cId="3826700481" sldId="445"/>
        </pc:sldMkLst>
      </pc:sldChg>
      <pc:sldChg chg="del">
        <pc:chgData name="Cui, Jiahuan" userId="74189dc3-7c4e-4658-a955-b1919aec75a3" providerId="ADAL" clId="{F97AF5D2-1557-1743-8685-8C82C1FE6B67}" dt="2025-02-24T15:42:39.417" v="4" actId="2696"/>
        <pc:sldMkLst>
          <pc:docMk/>
          <pc:sldMk cId="1592895544" sldId="446"/>
        </pc:sldMkLst>
      </pc:sldChg>
      <pc:sldChg chg="del">
        <pc:chgData name="Cui, Jiahuan" userId="74189dc3-7c4e-4658-a955-b1919aec75a3" providerId="ADAL" clId="{F97AF5D2-1557-1743-8685-8C82C1FE6B67}" dt="2025-02-25T15:11:43.207" v="19" actId="2696"/>
        <pc:sldMkLst>
          <pc:docMk/>
          <pc:sldMk cId="3479863403" sldId="448"/>
        </pc:sldMkLst>
      </pc:sldChg>
      <pc:sldChg chg="modSp mod">
        <pc:chgData name="Cui, Jiahuan" userId="74189dc3-7c4e-4658-a955-b1919aec75a3" providerId="ADAL" clId="{F97AF5D2-1557-1743-8685-8C82C1FE6B67}" dt="2025-02-25T15:05:26.717" v="16" actId="20577"/>
        <pc:sldMkLst>
          <pc:docMk/>
          <pc:sldMk cId="2019778743" sldId="451"/>
        </pc:sldMkLst>
        <pc:spChg chg="mod">
          <ac:chgData name="Cui, Jiahuan" userId="74189dc3-7c4e-4658-a955-b1919aec75a3" providerId="ADAL" clId="{F97AF5D2-1557-1743-8685-8C82C1FE6B67}" dt="2025-02-25T15:05:26.717" v="16" actId="20577"/>
          <ac:spMkLst>
            <pc:docMk/>
            <pc:sldMk cId="2019778743" sldId="451"/>
            <ac:spMk id="3" creationId="{00000000-0000-0000-0000-000000000000}"/>
          </ac:spMkLst>
        </pc:spChg>
      </pc:sldChg>
      <pc:sldChg chg="add del">
        <pc:chgData name="Cui, Jiahuan" userId="74189dc3-7c4e-4658-a955-b1919aec75a3" providerId="ADAL" clId="{F97AF5D2-1557-1743-8685-8C82C1FE6B67}" dt="2025-02-24T15:42:45.171" v="6"/>
        <pc:sldMkLst>
          <pc:docMk/>
          <pc:sldMk cId="851502626" sldId="452"/>
        </pc:sldMkLst>
      </pc:sldChg>
      <pc:sldChg chg="add">
        <pc:chgData name="Cui, Jiahuan" userId="74189dc3-7c4e-4658-a955-b1919aec75a3" providerId="ADAL" clId="{F97AF5D2-1557-1743-8685-8C82C1FE6B67}" dt="2025-02-24T15:42:45.171" v="6"/>
        <pc:sldMkLst>
          <pc:docMk/>
          <pc:sldMk cId="1592895544" sldId="453"/>
        </pc:sldMkLst>
      </pc:sldChg>
      <pc:sldChg chg="del">
        <pc:chgData name="Cui, Jiahuan" userId="74189dc3-7c4e-4658-a955-b1919aec75a3" providerId="ADAL" clId="{F97AF5D2-1557-1743-8685-8C82C1FE6B67}" dt="2025-02-24T15:42:41.581" v="5" actId="2696"/>
        <pc:sldMkLst>
          <pc:docMk/>
          <pc:sldMk cId="4143357273" sldId="453"/>
        </pc:sldMkLst>
      </pc:sldChg>
      <pc:sldChg chg="del">
        <pc:chgData name="Cui, Jiahuan" userId="74189dc3-7c4e-4658-a955-b1919aec75a3" providerId="ADAL" clId="{F97AF5D2-1557-1743-8685-8C82C1FE6B67}" dt="2025-02-24T15:43:27.211" v="8" actId="2696"/>
        <pc:sldMkLst>
          <pc:docMk/>
          <pc:sldMk cId="970591046" sldId="454"/>
        </pc:sldMkLst>
      </pc:sldChg>
      <pc:sldChg chg="del">
        <pc:chgData name="Cui, Jiahuan" userId="74189dc3-7c4e-4658-a955-b1919aec75a3" providerId="ADAL" clId="{F97AF5D2-1557-1743-8685-8C82C1FE6B67}" dt="2025-02-24T15:44:23.922" v="10" actId="2696"/>
        <pc:sldMkLst>
          <pc:docMk/>
          <pc:sldMk cId="1333400621" sldId="455"/>
        </pc:sldMkLst>
      </pc:sldChg>
      <pc:sldChg chg="del">
        <pc:chgData name="Cui, Jiahuan" userId="74189dc3-7c4e-4658-a955-b1919aec75a3" providerId="ADAL" clId="{F97AF5D2-1557-1743-8685-8C82C1FE6B67}" dt="2025-02-24T15:43:00.254" v="7" actId="2696"/>
        <pc:sldMkLst>
          <pc:docMk/>
          <pc:sldMk cId="3900060294" sldId="456"/>
        </pc:sldMkLst>
      </pc:sldChg>
      <pc:sldChg chg="del">
        <pc:chgData name="Cui, Jiahuan" userId="74189dc3-7c4e-4658-a955-b1919aec75a3" providerId="ADAL" clId="{F97AF5D2-1557-1743-8685-8C82C1FE6B67}" dt="2025-02-24T15:44:22.466" v="9" actId="2696"/>
        <pc:sldMkLst>
          <pc:docMk/>
          <pc:sldMk cId="740072220" sldId="457"/>
        </pc:sldMkLst>
      </pc:sldChg>
      <pc:sldChg chg="del">
        <pc:chgData name="Cui, Jiahuan" userId="74189dc3-7c4e-4658-a955-b1919aec75a3" providerId="ADAL" clId="{F97AF5D2-1557-1743-8685-8C82C1FE6B67}" dt="2025-02-25T15:05:42.090" v="17" actId="2696"/>
        <pc:sldMkLst>
          <pc:docMk/>
          <pc:sldMk cId="2555281909" sldId="461"/>
        </pc:sldMkLst>
      </pc:sldChg>
      <pc:sldChg chg="del">
        <pc:chgData name="Cui, Jiahuan" userId="74189dc3-7c4e-4658-a955-b1919aec75a3" providerId="ADAL" clId="{F97AF5D2-1557-1743-8685-8C82C1FE6B67}" dt="2025-02-25T15:06:47.142" v="18" actId="2696"/>
        <pc:sldMkLst>
          <pc:docMk/>
          <pc:sldMk cId="3619228004" sldId="463"/>
        </pc:sldMkLst>
      </pc:sldChg>
      <pc:sldChg chg="del">
        <pc:chgData name="Cui, Jiahuan" userId="74189dc3-7c4e-4658-a955-b1919aec75a3" providerId="ADAL" clId="{F97AF5D2-1557-1743-8685-8C82C1FE6B67}" dt="2025-02-25T15:11:46.052" v="20" actId="2696"/>
        <pc:sldMkLst>
          <pc:docMk/>
          <pc:sldMk cId="3728977880" sldId="464"/>
        </pc:sldMkLst>
      </pc:sldChg>
      <pc:sldChg chg="add">
        <pc:chgData name="Cui, Jiahuan" userId="74189dc3-7c4e-4658-a955-b1919aec75a3" providerId="ADAL" clId="{F97AF5D2-1557-1743-8685-8C82C1FE6B67}" dt="2025-02-24T15:42:45.171" v="6"/>
        <pc:sldMkLst>
          <pc:docMk/>
          <pc:sldMk cId="4143357273" sldId="465"/>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Lecture 05 - Quality</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r>
              <a:rPr lang="en-US"/>
              <a:t>1/20/2021</a:t>
            </a: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EE6E16-4E3A-4AD1-BF8F-40C768BA13BD}" type="slidenum">
              <a:rPr lang="en-US" smtClean="0"/>
              <a:t>‹#›</a:t>
            </a:fld>
            <a:endParaRPr lang="en-US"/>
          </a:p>
        </p:txBody>
      </p:sp>
    </p:spTree>
    <p:extLst>
      <p:ext uri="{BB962C8B-B14F-4D97-AF65-F5344CB8AC3E}">
        <p14:creationId xmlns:p14="http://schemas.microsoft.com/office/powerpoint/2010/main" val="2078153898"/>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Lecture 05 - Quality</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r>
              <a:rPr lang="en-US"/>
              <a:t>1/20/2021</a:t>
            </a:r>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9A199-9094-412E-AD92-571A1458CB65}" type="slidenum">
              <a:rPr lang="en-US" smtClean="0"/>
              <a:t>‹#›</a:t>
            </a:fld>
            <a:endParaRPr lang="en-US"/>
          </a:p>
        </p:txBody>
      </p:sp>
    </p:spTree>
    <p:extLst>
      <p:ext uri="{BB962C8B-B14F-4D97-AF65-F5344CB8AC3E}">
        <p14:creationId xmlns:p14="http://schemas.microsoft.com/office/powerpoint/2010/main" val="2694311318"/>
      </p:ext>
    </p:extLst>
  </p:cSld>
  <p:clrMap bg1="lt1" tx1="dk1" bg2="lt2" tx2="dk2" accent1="accent1" accent2="accent2" accent3="accent3" accent4="accent4" accent5="accent5" accent6="accent6" hlink="hlink" folHlink="folHlink"/>
  <p:hf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a:t>Lecture 05 - Quality</a:t>
            </a:r>
          </a:p>
        </p:txBody>
      </p:sp>
      <p:sp>
        <p:nvSpPr>
          <p:cNvPr id="5" name="Slide Number Placeholder 4"/>
          <p:cNvSpPr>
            <a:spLocks noGrp="1"/>
          </p:cNvSpPr>
          <p:nvPr>
            <p:ph type="sldNum" sz="quarter" idx="11"/>
          </p:nvPr>
        </p:nvSpPr>
        <p:spPr/>
        <p:txBody>
          <a:bodyPr/>
          <a:lstStyle/>
          <a:p>
            <a:fld id="{FFC9A199-9094-412E-AD92-571A1458CB65}" type="slidenum">
              <a:rPr lang="en-US" smtClean="0"/>
              <a:t>1</a:t>
            </a:fld>
            <a:endParaRPr lang="en-US"/>
          </a:p>
        </p:txBody>
      </p:sp>
      <p:sp>
        <p:nvSpPr>
          <p:cNvPr id="6" name="Date Placeholder 5">
            <a:extLst>
              <a:ext uri="{FF2B5EF4-FFF2-40B4-BE49-F238E27FC236}">
                <a16:creationId xmlns:a16="http://schemas.microsoft.com/office/drawing/2014/main" id="{2DDEAD59-3789-4136-9022-85F70FDD1C58}"/>
              </a:ext>
            </a:extLst>
          </p:cNvPr>
          <p:cNvSpPr>
            <a:spLocks noGrp="1"/>
          </p:cNvSpPr>
          <p:nvPr>
            <p:ph type="dt" idx="1"/>
          </p:nvPr>
        </p:nvSpPr>
        <p:spPr/>
        <p:txBody>
          <a:bodyPr/>
          <a:lstStyle/>
          <a:p>
            <a:r>
              <a:rPr lang="en-US"/>
              <a:t>1/20/2021</a:t>
            </a:r>
          </a:p>
        </p:txBody>
      </p:sp>
    </p:spTree>
    <p:extLst>
      <p:ext uri="{BB962C8B-B14F-4D97-AF65-F5344CB8AC3E}">
        <p14:creationId xmlns:p14="http://schemas.microsoft.com/office/powerpoint/2010/main" val="3783599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2970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53130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546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14989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67838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0E79949-9910-45AA-A0F8-53987156BDFF}"/>
              </a:ext>
            </a:extLst>
          </p:cNvPr>
          <p:cNvSpPr>
            <a:spLocks noGrp="1"/>
          </p:cNvSpPr>
          <p:nvPr>
            <p:ph type="body" idx="1"/>
          </p:nvPr>
        </p:nvSpPr>
        <p:spPr/>
        <p:txBody>
          <a:bodyPr/>
          <a:lstStyle/>
          <a:p>
            <a:r>
              <a:rPr lang="en-US" dirty="0"/>
              <a:t>You are either liquid or either vapor, gravitation well.  This is basically the latent heat of vaporization.  So when we say x = 0.5 we are saying that one half is liquid and one half is vapor.  This is a mass ratio.  Not a volume ratio.</a:t>
            </a:r>
          </a:p>
        </p:txBody>
      </p:sp>
    </p:spTree>
    <p:extLst>
      <p:ext uri="{BB962C8B-B14F-4D97-AF65-F5344CB8AC3E}">
        <p14:creationId xmlns:p14="http://schemas.microsoft.com/office/powerpoint/2010/main" val="2106270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0994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73300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DB00C89A-A6B8-4F2F-82EC-92D5B0BCDBF1}"/>
              </a:ext>
            </a:extLst>
          </p:cNvPr>
          <p:cNvSpPr>
            <a:spLocks noGrp="1"/>
          </p:cNvSpPr>
          <p:nvPr>
            <p:ph type="body" idx="1"/>
          </p:nvPr>
        </p:nvSpPr>
        <p:spPr/>
        <p:txBody>
          <a:bodyPr/>
          <a:lstStyle/>
          <a:p>
            <a:r>
              <a:rPr lang="en-US" dirty="0"/>
              <a:t>Difference is with water and some other fluids.  Pressure decrease, temperature freezing increase?!  High mountains (low P) freezing temp go higher!  That’s why we see snow!  Temperature go down, pressure INCREASES and VOLUME INCREASE!  Ice important for life!</a:t>
            </a:r>
          </a:p>
        </p:txBody>
      </p:sp>
    </p:spTree>
    <p:extLst>
      <p:ext uri="{BB962C8B-B14F-4D97-AF65-F5344CB8AC3E}">
        <p14:creationId xmlns:p14="http://schemas.microsoft.com/office/powerpoint/2010/main" val="24673864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DB00C89A-A6B8-4F2F-82EC-92D5B0BCDBF1}"/>
              </a:ext>
            </a:extLst>
          </p:cNvPr>
          <p:cNvSpPr>
            <a:spLocks noGrp="1"/>
          </p:cNvSpPr>
          <p:nvPr>
            <p:ph type="body" idx="1"/>
          </p:nvPr>
        </p:nvSpPr>
        <p:spPr/>
        <p:txBody>
          <a:bodyPr/>
          <a:lstStyle/>
          <a:p>
            <a:r>
              <a:rPr lang="en-US" dirty="0"/>
              <a:t>Two types, contract on </a:t>
            </a:r>
            <a:r>
              <a:rPr lang="en-US" dirty="0" err="1"/>
              <a:t>freezingPhase</a:t>
            </a:r>
            <a:r>
              <a:rPr lang="en-US" dirty="0"/>
              <a:t> change from solid liquid there is also a phase change.  P-T diagram is the interfaces.  Most of these substances are like this.</a:t>
            </a:r>
          </a:p>
        </p:txBody>
      </p:sp>
    </p:spTree>
    <p:extLst>
      <p:ext uri="{BB962C8B-B14F-4D97-AF65-F5344CB8AC3E}">
        <p14:creationId xmlns:p14="http://schemas.microsoft.com/office/powerpoint/2010/main" val="1148207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2357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32802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82790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53078B6D-2E72-4F17-AFB8-B16E60D186E2}"/>
              </a:ext>
            </a:extLst>
          </p:cNvPr>
          <p:cNvSpPr>
            <a:spLocks noGrp="1"/>
          </p:cNvSpPr>
          <p:nvPr>
            <p:ph type="body" idx="1"/>
          </p:nvPr>
        </p:nvSpPr>
        <p:spPr/>
        <p:txBody>
          <a:bodyPr/>
          <a:lstStyle/>
          <a:p>
            <a:r>
              <a:rPr lang="en-US" dirty="0"/>
              <a:t>Usual, water gets boiled out and your food burns.  Seal it to get higher pressure, changing to a higher scale, higher pressure and higher temperature and cook faster.</a:t>
            </a:r>
          </a:p>
          <a:p>
            <a:endParaRPr lang="en-US" dirty="0"/>
          </a:p>
          <a:p>
            <a:r>
              <a:rPr lang="en-US" dirty="0"/>
              <a:t>What controls pressure cooker?</a:t>
            </a:r>
          </a:p>
        </p:txBody>
      </p:sp>
    </p:spTree>
    <p:extLst>
      <p:ext uri="{BB962C8B-B14F-4D97-AF65-F5344CB8AC3E}">
        <p14:creationId xmlns:p14="http://schemas.microsoft.com/office/powerpoint/2010/main" val="557080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5C5A85-BA68-4A6E-89EC-89F77F1DBAA3}" type="datetime1">
              <a:rPr lang="en-US" smtClean="0"/>
              <a:t>3/3/2026</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2058352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201F983-55B3-4486-B781-620F6DBD51A8}" type="datetime1">
              <a:rPr lang="en-US" smtClean="0"/>
              <a:t>3/3/2026</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0273076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B796A44-F112-465B-9F17-6AEA6575836A}" type="datetime1">
              <a:rPr lang="en-US" smtClean="0"/>
              <a:t>3/3/2026</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4133127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F280868-52FB-4F0E-9E4D-CD408078E6C2}" type="datetime1">
              <a:rPr lang="en-US" smtClean="0"/>
              <a:t>3/3/2026</a:t>
            </a:fld>
            <a:endParaRPr lang="en-US"/>
          </a:p>
        </p:txBody>
      </p:sp>
      <p:sp>
        <p:nvSpPr>
          <p:cNvPr id="6" name="Footer Placeholder 5"/>
          <p:cNvSpPr>
            <a:spLocks noGrp="1"/>
          </p:cNvSpPr>
          <p:nvPr>
            <p:ph type="ftr" sz="quarter" idx="11"/>
          </p:nvPr>
        </p:nvSpPr>
        <p:spPr/>
        <p:txBody>
          <a:bodyPr/>
          <a:lstStyle/>
          <a:p>
            <a:r>
              <a:rPr lang="en-US"/>
              <a:t>ME 270: Design for Manufacturability | 2020 Fall | UIUC-ZJU | Timothy H. Lee </a:t>
            </a:r>
          </a:p>
        </p:txBody>
      </p:sp>
      <p:sp>
        <p:nvSpPr>
          <p:cNvPr id="7" name="Slide Number Placeholder 6"/>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2423183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1BFD7E3-7B3F-4FC2-A5AD-80CAB07EB05E}" type="datetime1">
              <a:rPr lang="en-US" smtClean="0"/>
              <a:t>3/3/2026</a:t>
            </a:fld>
            <a:endParaRPr lang="en-US"/>
          </a:p>
        </p:txBody>
      </p:sp>
      <p:sp>
        <p:nvSpPr>
          <p:cNvPr id="8" name="Footer Placeholder 7"/>
          <p:cNvSpPr>
            <a:spLocks noGrp="1"/>
          </p:cNvSpPr>
          <p:nvPr>
            <p:ph type="ftr" sz="quarter" idx="11"/>
          </p:nvPr>
        </p:nvSpPr>
        <p:spPr/>
        <p:txBody>
          <a:bodyPr/>
          <a:lstStyle/>
          <a:p>
            <a:r>
              <a:rPr lang="en-US"/>
              <a:t>ME 270: Design for Manufacturability | 2020 Fall | UIUC-ZJU | Timothy H. Lee </a:t>
            </a:r>
          </a:p>
        </p:txBody>
      </p:sp>
      <p:sp>
        <p:nvSpPr>
          <p:cNvPr id="9" name="Slide Number Placeholder 8"/>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2915982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4AB53F-12C9-4728-B471-936897AB026F}" type="datetime1">
              <a:rPr lang="en-US" smtClean="0"/>
              <a:t>3/3/2026</a:t>
            </a:fld>
            <a:endParaRPr lang="en-US"/>
          </a:p>
        </p:txBody>
      </p:sp>
      <p:sp>
        <p:nvSpPr>
          <p:cNvPr id="4" name="Footer Placeholder 3"/>
          <p:cNvSpPr>
            <a:spLocks noGrp="1"/>
          </p:cNvSpPr>
          <p:nvPr>
            <p:ph type="ftr" sz="quarter" idx="11"/>
          </p:nvPr>
        </p:nvSpPr>
        <p:spPr/>
        <p:txBody>
          <a:bodyPr/>
          <a:lstStyle/>
          <a:p>
            <a:r>
              <a:rPr lang="en-US"/>
              <a:t>ME 270: Design for Manufacturability | 2020 Fall | UIUC-ZJU | Timothy H. Lee </a:t>
            </a:r>
          </a:p>
        </p:txBody>
      </p:sp>
      <p:sp>
        <p:nvSpPr>
          <p:cNvPr id="5" name="Slide Number Placeholder 4"/>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878513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CD25B4-0C05-495D-A3E2-85B0ED0F6FCD}" type="datetime1">
              <a:rPr lang="en-US" smtClean="0"/>
              <a:t>3/3/2026</a:t>
            </a:fld>
            <a:endParaRPr lang="en-US"/>
          </a:p>
        </p:txBody>
      </p:sp>
      <p:sp>
        <p:nvSpPr>
          <p:cNvPr id="3" name="Footer Placeholder 2"/>
          <p:cNvSpPr>
            <a:spLocks noGrp="1"/>
          </p:cNvSpPr>
          <p:nvPr>
            <p:ph type="ftr" sz="quarter" idx="11"/>
          </p:nvPr>
        </p:nvSpPr>
        <p:spPr/>
        <p:txBody>
          <a:bodyPr/>
          <a:lstStyle/>
          <a:p>
            <a:r>
              <a:rPr lang="en-US"/>
              <a:t>ME 270: Design for Manufacturability | 2020 Fall | UIUC-ZJU | Timothy H. Lee </a:t>
            </a:r>
          </a:p>
        </p:txBody>
      </p:sp>
      <p:sp>
        <p:nvSpPr>
          <p:cNvPr id="4" name="Slide Number Placeholder 3"/>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5735801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2E80CB2-E014-4BC5-8CDD-632662D6D7CF}" type="datetime1">
              <a:rPr lang="en-US" smtClean="0"/>
              <a:t>3/3/2026</a:t>
            </a:fld>
            <a:endParaRPr lang="en-US"/>
          </a:p>
        </p:txBody>
      </p:sp>
      <p:sp>
        <p:nvSpPr>
          <p:cNvPr id="6" name="Footer Placeholder 5"/>
          <p:cNvSpPr>
            <a:spLocks noGrp="1"/>
          </p:cNvSpPr>
          <p:nvPr>
            <p:ph type="ftr" sz="quarter" idx="11"/>
          </p:nvPr>
        </p:nvSpPr>
        <p:spPr/>
        <p:txBody>
          <a:bodyPr/>
          <a:lstStyle/>
          <a:p>
            <a:r>
              <a:rPr lang="en-US"/>
              <a:t>ME 270: Design for Manufacturability | 2020 Fall | UIUC-ZJU | Timothy H. Lee </a:t>
            </a:r>
          </a:p>
        </p:txBody>
      </p:sp>
      <p:sp>
        <p:nvSpPr>
          <p:cNvPr id="7" name="Slide Number Placeholder 6"/>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1289528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4A8DCFA-11BF-42B2-BD96-FC517D0EB8FE}" type="datetime1">
              <a:rPr lang="en-US" smtClean="0"/>
              <a:t>3/3/2026</a:t>
            </a:fld>
            <a:endParaRPr lang="en-US"/>
          </a:p>
        </p:txBody>
      </p:sp>
      <p:sp>
        <p:nvSpPr>
          <p:cNvPr id="6" name="Footer Placeholder 5"/>
          <p:cNvSpPr>
            <a:spLocks noGrp="1"/>
          </p:cNvSpPr>
          <p:nvPr>
            <p:ph type="ftr" sz="quarter" idx="11"/>
          </p:nvPr>
        </p:nvSpPr>
        <p:spPr/>
        <p:txBody>
          <a:bodyPr/>
          <a:lstStyle/>
          <a:p>
            <a:r>
              <a:rPr lang="en-US"/>
              <a:t>ME 270: Design for Manufacturability | 2020 Fall | UIUC-ZJU | Timothy H. Lee </a:t>
            </a:r>
          </a:p>
        </p:txBody>
      </p:sp>
      <p:sp>
        <p:nvSpPr>
          <p:cNvPr id="7" name="Slide Number Placeholder 6"/>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1137852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2D60C0-9620-432C-8D8D-9C06BB5BB575}" type="datetime1">
              <a:rPr lang="en-US" smtClean="0"/>
              <a:t>3/3/2026</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125093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816AE5B-EB16-47B8-B0BB-3B146A954241}" type="datetime1">
              <a:rPr lang="en-US" smtClean="0"/>
              <a:t>3/3/2026</a:t>
            </a:fld>
            <a:endParaRPr lang="en-US"/>
          </a:p>
        </p:txBody>
      </p:sp>
      <p:sp>
        <p:nvSpPr>
          <p:cNvPr id="5" name="Footer Placeholder 4"/>
          <p:cNvSpPr>
            <a:spLocks noGrp="1"/>
          </p:cNvSpPr>
          <p:nvPr>
            <p:ph type="ftr" sz="quarter" idx="11"/>
          </p:nvPr>
        </p:nvSpPr>
        <p:spPr/>
        <p:txBody>
          <a:bodyPr/>
          <a:lstStyle/>
          <a:p>
            <a:r>
              <a:rPr lang="en-US"/>
              <a:t>ME 270: Design for Manufacturability | 2020 Fall | UIUC-ZJU | Timothy H. Lee </a:t>
            </a:r>
          </a:p>
        </p:txBody>
      </p:sp>
      <p:sp>
        <p:nvSpPr>
          <p:cNvPr id="6" name="Slide Number Placeholder 5"/>
          <p:cNvSpPr>
            <a:spLocks noGrp="1"/>
          </p:cNvSpPr>
          <p:nvPr>
            <p:ph type="sldNum" sz="quarter" idx="12"/>
          </p:nvPr>
        </p:nvSpPr>
        <p:spPr/>
        <p:txBody>
          <a:bodyPr/>
          <a:lstStyle/>
          <a:p>
            <a:fld id="{2302D253-2F6D-41B8-95AA-96C9BA5D69B2}" type="slidenum">
              <a:rPr lang="en-US" smtClean="0"/>
              <a:t>‹#›</a:t>
            </a:fld>
            <a:endParaRPr lang="en-US"/>
          </a:p>
        </p:txBody>
      </p:sp>
    </p:spTree>
    <p:extLst>
      <p:ext uri="{BB962C8B-B14F-4D97-AF65-F5344CB8AC3E}">
        <p14:creationId xmlns:p14="http://schemas.microsoft.com/office/powerpoint/2010/main" val="38916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D812EF-7246-4ADC-BC0E-7B12542E4010}" type="datetime1">
              <a:rPr lang="en-US" smtClean="0"/>
              <a:t>3/3/2026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ME 270: Design for Manufacturability | 2020 Fall | UIUC-ZJU | Timothy H. Lee </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02D253-2F6D-41B8-95AA-96C9BA5D69B2}" type="slidenum">
              <a:rPr lang="en-US" smtClean="0"/>
              <a:t>‹#›</a:t>
            </a:fld>
            <a:endParaRPr lang="en-US"/>
          </a:p>
        </p:txBody>
      </p:sp>
    </p:spTree>
    <p:extLst>
      <p:ext uri="{BB962C8B-B14F-4D97-AF65-F5344CB8AC3E}">
        <p14:creationId xmlns:p14="http://schemas.microsoft.com/office/powerpoint/2010/main" val="33346442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5.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110.png"/><Relationship Id="rId3" Type="http://schemas.openxmlformats.org/officeDocument/2006/relationships/image" Target="../media/image2.png"/><Relationship Id="rId7" Type="http://schemas.openxmlformats.org/officeDocument/2006/relationships/image" Target="../media/image10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90.png"/><Relationship Id="rId4" Type="http://schemas.openxmlformats.org/officeDocument/2006/relationships/image" Target="../media/image80.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2.png"/><Relationship Id="rId7" Type="http://schemas.openxmlformats.org/officeDocument/2006/relationships/image" Target="../media/image17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60.png"/><Relationship Id="rId5" Type="http://schemas.openxmlformats.org/officeDocument/2006/relationships/image" Target="../media/image6.png"/><Relationship Id="rId4" Type="http://schemas.openxmlformats.org/officeDocument/2006/relationships/image" Target="../media/image150.png"/><Relationship Id="rId9"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tiff"/></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6.tiff"/></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6.tiff"/><Relationship Id="rId4" Type="http://schemas.openxmlformats.org/officeDocument/2006/relationships/image" Target="../media/image1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b="1" dirty="0"/>
              <a:t>ME 200</a:t>
            </a:r>
            <a:br>
              <a:rPr lang="en-US" b="1" dirty="0"/>
            </a:br>
            <a:r>
              <a:rPr lang="en-US" sz="5300" b="1" dirty="0"/>
              <a:t>Thermodynamics</a:t>
            </a:r>
          </a:p>
        </p:txBody>
      </p:sp>
      <p:sp>
        <p:nvSpPr>
          <p:cNvPr id="3" name="Subtitle 2"/>
          <p:cNvSpPr>
            <a:spLocks noGrp="1"/>
          </p:cNvSpPr>
          <p:nvPr>
            <p:ph type="subTitle" idx="1"/>
          </p:nvPr>
        </p:nvSpPr>
        <p:spPr/>
        <p:txBody>
          <a:bodyPr>
            <a:normAutofit/>
          </a:bodyPr>
          <a:lstStyle/>
          <a:p>
            <a:endParaRPr lang="en-US" dirty="0"/>
          </a:p>
          <a:p>
            <a:r>
              <a:rPr lang="en-US" dirty="0"/>
              <a:t>Lecture 05 – Quality</a:t>
            </a:r>
          </a:p>
        </p:txBody>
      </p:sp>
      <p:pic>
        <p:nvPicPr>
          <p:cNvPr id="4" name="Picture 3"/>
          <p:cNvPicPr>
            <a:picLocks noChangeAspect="1"/>
          </p:cNvPicPr>
          <p:nvPr/>
        </p:nvPicPr>
        <p:blipFill>
          <a:blip r:embed="rId3"/>
          <a:stretch>
            <a:fillRect/>
          </a:stretch>
        </p:blipFill>
        <p:spPr>
          <a:xfrm>
            <a:off x="99389" y="26081"/>
            <a:ext cx="8945223" cy="1286054"/>
          </a:xfrm>
          <a:prstGeom prst="rect">
            <a:avLst/>
          </a:prstGeom>
        </p:spPr>
      </p:pic>
    </p:spTree>
    <p:extLst>
      <p:ext uri="{BB962C8B-B14F-4D97-AF65-F5344CB8AC3E}">
        <p14:creationId xmlns:p14="http://schemas.microsoft.com/office/powerpoint/2010/main" val="29430493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i="1" dirty="0"/>
              <a:t>p-v</a:t>
            </a:r>
            <a:r>
              <a:rPr lang="en-US" altLang="zh-CN" sz="3600" dirty="0"/>
              <a:t> Diagram</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TextBox 5">
            <a:extLst>
              <a:ext uri="{FF2B5EF4-FFF2-40B4-BE49-F238E27FC236}">
                <a16:creationId xmlns:a16="http://schemas.microsoft.com/office/drawing/2014/main" id="{0B8EE253-5F2D-44E2-8BA5-4B25C5533B02}"/>
              </a:ext>
            </a:extLst>
          </p:cNvPr>
          <p:cNvSpPr txBox="1"/>
          <p:nvPr/>
        </p:nvSpPr>
        <p:spPr>
          <a:xfrm>
            <a:off x="260309" y="1079943"/>
            <a:ext cx="8613943" cy="400110"/>
          </a:xfrm>
          <a:prstGeom prst="rect">
            <a:avLst/>
          </a:prstGeom>
          <a:noFill/>
        </p:spPr>
        <p:txBody>
          <a:bodyPr wrap="square" rtlCol="0">
            <a:spAutoFit/>
          </a:bodyPr>
          <a:lstStyle/>
          <a:p>
            <a:r>
              <a:rPr lang="en-US" altLang="zh-CN" sz="2000" b="1" dirty="0">
                <a:latin typeface="+mj-lt"/>
              </a:rPr>
              <a:t>A pure substance in the liquid state will be found in this region…</a:t>
            </a:r>
            <a:endParaRPr lang="en-US" altLang="zh-CN" sz="2400" b="1" dirty="0"/>
          </a:p>
        </p:txBody>
      </p:sp>
      <p:sp>
        <p:nvSpPr>
          <p:cNvPr id="11" name="Freeform 22">
            <a:extLst>
              <a:ext uri="{FF2B5EF4-FFF2-40B4-BE49-F238E27FC236}">
                <a16:creationId xmlns:a16="http://schemas.microsoft.com/office/drawing/2014/main" id="{EC1163FA-E081-4B03-BFA2-87238022D606}"/>
              </a:ext>
            </a:extLst>
          </p:cNvPr>
          <p:cNvSpPr/>
          <p:nvPr/>
        </p:nvSpPr>
        <p:spPr>
          <a:xfrm>
            <a:off x="2057926" y="2153920"/>
            <a:ext cx="3576471" cy="1737747"/>
          </a:xfrm>
          <a:custGeom>
            <a:avLst/>
            <a:gdLst>
              <a:gd name="connsiteX0" fmla="*/ 751840 w 3322320"/>
              <a:gd name="connsiteY0" fmla="*/ 1737360 h 1737360"/>
              <a:gd name="connsiteX1" fmla="*/ 294640 w 3322320"/>
              <a:gd name="connsiteY1" fmla="*/ 1737360 h 1737360"/>
              <a:gd name="connsiteX2" fmla="*/ 0 w 3322320"/>
              <a:gd name="connsiteY2" fmla="*/ 1087120 h 1737360"/>
              <a:gd name="connsiteX3" fmla="*/ 10160 w 3322320"/>
              <a:gd name="connsiteY3" fmla="*/ 975360 h 1737360"/>
              <a:gd name="connsiteX4" fmla="*/ 20320 w 3322320"/>
              <a:gd name="connsiteY4" fmla="*/ 40640 h 1737360"/>
              <a:gd name="connsiteX5" fmla="*/ 3322320 w 3322320"/>
              <a:gd name="connsiteY5" fmla="*/ 0 h 1737360"/>
              <a:gd name="connsiteX6" fmla="*/ 3322320 w 3322320"/>
              <a:gd name="connsiteY6" fmla="*/ 1706880 h 1737360"/>
              <a:gd name="connsiteX7" fmla="*/ 751840 w 3322320"/>
              <a:gd name="connsiteY7" fmla="*/ 1737360 h 1737360"/>
              <a:gd name="connsiteX0" fmla="*/ 751840 w 3322320"/>
              <a:gd name="connsiteY0" fmla="*/ 1737360 h 1737360"/>
              <a:gd name="connsiteX1" fmla="*/ 294640 w 3322320"/>
              <a:gd name="connsiteY1" fmla="*/ 1737360 h 1737360"/>
              <a:gd name="connsiteX2" fmla="*/ 0 w 3322320"/>
              <a:gd name="connsiteY2" fmla="*/ 1087120 h 1737360"/>
              <a:gd name="connsiteX3" fmla="*/ 20320 w 3322320"/>
              <a:gd name="connsiteY3" fmla="*/ 40640 h 1737360"/>
              <a:gd name="connsiteX4" fmla="*/ 3322320 w 3322320"/>
              <a:gd name="connsiteY4" fmla="*/ 0 h 1737360"/>
              <a:gd name="connsiteX5" fmla="*/ 3322320 w 3322320"/>
              <a:gd name="connsiteY5" fmla="*/ 1706880 h 1737360"/>
              <a:gd name="connsiteX6" fmla="*/ 751840 w 3322320"/>
              <a:gd name="connsiteY6" fmla="*/ 1737360 h 1737360"/>
              <a:gd name="connsiteX0" fmla="*/ 993870 w 3564350"/>
              <a:gd name="connsiteY0" fmla="*/ 1737360 h 1737360"/>
              <a:gd name="connsiteX1" fmla="*/ 536670 w 3564350"/>
              <a:gd name="connsiteY1" fmla="*/ 1737360 h 1737360"/>
              <a:gd name="connsiteX2" fmla="*/ 242030 w 3564350"/>
              <a:gd name="connsiteY2" fmla="*/ 1087120 h 1737360"/>
              <a:gd name="connsiteX3" fmla="*/ 262350 w 3564350"/>
              <a:gd name="connsiteY3" fmla="*/ 40640 h 1737360"/>
              <a:gd name="connsiteX4" fmla="*/ 3564350 w 3564350"/>
              <a:gd name="connsiteY4" fmla="*/ 0 h 1737360"/>
              <a:gd name="connsiteX5" fmla="*/ 3564350 w 3564350"/>
              <a:gd name="connsiteY5" fmla="*/ 1706880 h 1737360"/>
              <a:gd name="connsiteX6" fmla="*/ 993870 w 3564350"/>
              <a:gd name="connsiteY6" fmla="*/ 1737360 h 1737360"/>
              <a:gd name="connsiteX0" fmla="*/ 986550 w 3557030"/>
              <a:gd name="connsiteY0" fmla="*/ 1737360 h 1737360"/>
              <a:gd name="connsiteX1" fmla="*/ 529350 w 3557030"/>
              <a:gd name="connsiteY1" fmla="*/ 1737360 h 1737360"/>
              <a:gd name="connsiteX2" fmla="*/ 234710 w 3557030"/>
              <a:gd name="connsiteY2" fmla="*/ 1087120 h 1737360"/>
              <a:gd name="connsiteX3" fmla="*/ 255030 w 3557030"/>
              <a:gd name="connsiteY3" fmla="*/ 40640 h 1737360"/>
              <a:gd name="connsiteX4" fmla="*/ 3557030 w 3557030"/>
              <a:gd name="connsiteY4" fmla="*/ 0 h 1737360"/>
              <a:gd name="connsiteX5" fmla="*/ 3557030 w 3557030"/>
              <a:gd name="connsiteY5" fmla="*/ 1706880 h 1737360"/>
              <a:gd name="connsiteX6" fmla="*/ 986550 w 3557030"/>
              <a:gd name="connsiteY6" fmla="*/ 1737360 h 1737360"/>
              <a:gd name="connsiteX0" fmla="*/ 756068 w 3326548"/>
              <a:gd name="connsiteY0" fmla="*/ 1737360 h 1737360"/>
              <a:gd name="connsiteX1" fmla="*/ 298868 w 3326548"/>
              <a:gd name="connsiteY1" fmla="*/ 1737360 h 1737360"/>
              <a:gd name="connsiteX2" fmla="*/ 4228 w 3326548"/>
              <a:gd name="connsiteY2" fmla="*/ 1087120 h 1737360"/>
              <a:gd name="connsiteX3" fmla="*/ 24548 w 3326548"/>
              <a:gd name="connsiteY3" fmla="*/ 40640 h 1737360"/>
              <a:gd name="connsiteX4" fmla="*/ 3326548 w 3326548"/>
              <a:gd name="connsiteY4" fmla="*/ 0 h 1737360"/>
              <a:gd name="connsiteX5" fmla="*/ 3326548 w 3326548"/>
              <a:gd name="connsiteY5" fmla="*/ 1706880 h 1737360"/>
              <a:gd name="connsiteX6" fmla="*/ 756068 w 3326548"/>
              <a:gd name="connsiteY6" fmla="*/ 1737360 h 1737360"/>
              <a:gd name="connsiteX0" fmla="*/ 756068 w 3326548"/>
              <a:gd name="connsiteY0" fmla="*/ 1737360 h 1737360"/>
              <a:gd name="connsiteX1" fmla="*/ 298868 w 3326548"/>
              <a:gd name="connsiteY1" fmla="*/ 1737360 h 1737360"/>
              <a:gd name="connsiteX2" fmla="*/ 4228 w 3326548"/>
              <a:gd name="connsiteY2" fmla="*/ 1087120 h 1737360"/>
              <a:gd name="connsiteX3" fmla="*/ 24548 w 3326548"/>
              <a:gd name="connsiteY3" fmla="*/ 40640 h 1737360"/>
              <a:gd name="connsiteX4" fmla="*/ 3326548 w 3326548"/>
              <a:gd name="connsiteY4" fmla="*/ 0 h 1737360"/>
              <a:gd name="connsiteX5" fmla="*/ 3326548 w 3326548"/>
              <a:gd name="connsiteY5" fmla="*/ 1706880 h 1737360"/>
              <a:gd name="connsiteX6" fmla="*/ 756068 w 3326548"/>
              <a:gd name="connsiteY6" fmla="*/ 1737360 h 1737360"/>
              <a:gd name="connsiteX0" fmla="*/ 764386 w 3334866"/>
              <a:gd name="connsiteY0" fmla="*/ 1737360 h 1737360"/>
              <a:gd name="connsiteX1" fmla="*/ 307186 w 3334866"/>
              <a:gd name="connsiteY1" fmla="*/ 1737360 h 1737360"/>
              <a:gd name="connsiteX2" fmla="*/ 12546 w 3334866"/>
              <a:gd name="connsiteY2" fmla="*/ 1087120 h 1737360"/>
              <a:gd name="connsiteX3" fmla="*/ 32866 w 3334866"/>
              <a:gd name="connsiteY3" fmla="*/ 40640 h 1737360"/>
              <a:gd name="connsiteX4" fmla="*/ 3334866 w 3334866"/>
              <a:gd name="connsiteY4" fmla="*/ 0 h 1737360"/>
              <a:gd name="connsiteX5" fmla="*/ 3334866 w 3334866"/>
              <a:gd name="connsiteY5" fmla="*/ 1706880 h 1737360"/>
              <a:gd name="connsiteX6" fmla="*/ 764386 w 3334866"/>
              <a:gd name="connsiteY6" fmla="*/ 1737360 h 1737360"/>
              <a:gd name="connsiteX0" fmla="*/ 736853 w 3307333"/>
              <a:gd name="connsiteY0" fmla="*/ 1737360 h 1737360"/>
              <a:gd name="connsiteX1" fmla="*/ 279653 w 3307333"/>
              <a:gd name="connsiteY1" fmla="*/ 1737360 h 1737360"/>
              <a:gd name="connsiteX2" fmla="*/ 25653 w 3307333"/>
              <a:gd name="connsiteY2" fmla="*/ 1097280 h 1737360"/>
              <a:gd name="connsiteX3" fmla="*/ 5333 w 3307333"/>
              <a:gd name="connsiteY3" fmla="*/ 40640 h 1737360"/>
              <a:gd name="connsiteX4" fmla="*/ 3307333 w 3307333"/>
              <a:gd name="connsiteY4" fmla="*/ 0 h 1737360"/>
              <a:gd name="connsiteX5" fmla="*/ 3307333 w 3307333"/>
              <a:gd name="connsiteY5" fmla="*/ 1706880 h 1737360"/>
              <a:gd name="connsiteX6" fmla="*/ 736853 w 3307333"/>
              <a:gd name="connsiteY6" fmla="*/ 1737360 h 1737360"/>
              <a:gd name="connsiteX0" fmla="*/ 736853 w 3307333"/>
              <a:gd name="connsiteY0" fmla="*/ 1737360 h 1785922"/>
              <a:gd name="connsiteX1" fmla="*/ 279653 w 3307333"/>
              <a:gd name="connsiteY1" fmla="*/ 1737360 h 1785922"/>
              <a:gd name="connsiteX2" fmla="*/ 25653 w 3307333"/>
              <a:gd name="connsiteY2" fmla="*/ 1097280 h 1785922"/>
              <a:gd name="connsiteX3" fmla="*/ 5333 w 3307333"/>
              <a:gd name="connsiteY3" fmla="*/ 40640 h 1785922"/>
              <a:gd name="connsiteX4" fmla="*/ 3307333 w 3307333"/>
              <a:gd name="connsiteY4" fmla="*/ 0 h 1785922"/>
              <a:gd name="connsiteX5" fmla="*/ 3307333 w 3307333"/>
              <a:gd name="connsiteY5" fmla="*/ 1706880 h 1785922"/>
              <a:gd name="connsiteX6" fmla="*/ 736853 w 3307333"/>
              <a:gd name="connsiteY6" fmla="*/ 1737360 h 1785922"/>
              <a:gd name="connsiteX0" fmla="*/ 741051 w 3311531"/>
              <a:gd name="connsiteY0" fmla="*/ 1737360 h 1742259"/>
              <a:gd name="connsiteX1" fmla="*/ 294042 w 3311531"/>
              <a:gd name="connsiteY1" fmla="*/ 1656080 h 1742259"/>
              <a:gd name="connsiteX2" fmla="*/ 29851 w 3311531"/>
              <a:gd name="connsiteY2" fmla="*/ 1097280 h 1742259"/>
              <a:gd name="connsiteX3" fmla="*/ 9531 w 3311531"/>
              <a:gd name="connsiteY3" fmla="*/ 40640 h 1742259"/>
              <a:gd name="connsiteX4" fmla="*/ 3311531 w 3311531"/>
              <a:gd name="connsiteY4" fmla="*/ 0 h 1742259"/>
              <a:gd name="connsiteX5" fmla="*/ 3311531 w 3311531"/>
              <a:gd name="connsiteY5" fmla="*/ 1706880 h 1742259"/>
              <a:gd name="connsiteX6" fmla="*/ 741051 w 3311531"/>
              <a:gd name="connsiteY6" fmla="*/ 1737360 h 1742259"/>
              <a:gd name="connsiteX0" fmla="*/ 741051 w 3311531"/>
              <a:gd name="connsiteY0" fmla="*/ 1737360 h 1737747"/>
              <a:gd name="connsiteX1" fmla="*/ 294042 w 3311531"/>
              <a:gd name="connsiteY1" fmla="*/ 1656080 h 1737747"/>
              <a:gd name="connsiteX2" fmla="*/ 29851 w 3311531"/>
              <a:gd name="connsiteY2" fmla="*/ 1097280 h 1737747"/>
              <a:gd name="connsiteX3" fmla="*/ 9531 w 3311531"/>
              <a:gd name="connsiteY3" fmla="*/ 40640 h 1737747"/>
              <a:gd name="connsiteX4" fmla="*/ 3311531 w 3311531"/>
              <a:gd name="connsiteY4" fmla="*/ 0 h 1737747"/>
              <a:gd name="connsiteX5" fmla="*/ 3311531 w 3311531"/>
              <a:gd name="connsiteY5" fmla="*/ 1706880 h 1737747"/>
              <a:gd name="connsiteX6" fmla="*/ 741051 w 3311531"/>
              <a:gd name="connsiteY6" fmla="*/ 1737360 h 1737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1531" h="1737747">
                <a:moveTo>
                  <a:pt x="741051" y="1737360"/>
                </a:moveTo>
                <a:cubicBezTo>
                  <a:pt x="582943" y="1732280"/>
                  <a:pt x="412575" y="1762760"/>
                  <a:pt x="294042" y="1656080"/>
                </a:cubicBezTo>
                <a:cubicBezTo>
                  <a:pt x="175509" y="1549400"/>
                  <a:pt x="77269" y="1366520"/>
                  <a:pt x="29851" y="1097280"/>
                </a:cubicBezTo>
                <a:cubicBezTo>
                  <a:pt x="-17567" y="828040"/>
                  <a:pt x="4451" y="506307"/>
                  <a:pt x="9531" y="40640"/>
                </a:cubicBezTo>
                <a:lnTo>
                  <a:pt x="3311531" y="0"/>
                </a:lnTo>
                <a:lnTo>
                  <a:pt x="3311531" y="1706880"/>
                </a:lnTo>
                <a:lnTo>
                  <a:pt x="741051" y="1737360"/>
                </a:lnTo>
                <a:close/>
              </a:path>
            </a:pathLst>
          </a:custGeom>
          <a:gradFill flip="none" rotWithShape="1">
            <a:gsLst>
              <a:gs pos="100000">
                <a:schemeClr val="accent1">
                  <a:lumMod val="5000"/>
                  <a:lumOff val="95000"/>
                </a:schemeClr>
              </a:gs>
              <a:gs pos="0">
                <a:schemeClr val="accent1">
                  <a:lumMod val="45000"/>
                  <a:lumOff val="55000"/>
                </a:schemeClr>
              </a:gs>
              <a:gs pos="43000">
                <a:schemeClr val="accent1">
                  <a:lumMod val="30000"/>
                  <a:lumOff val="70000"/>
                </a:schemeClr>
              </a:gs>
            </a:gsLst>
            <a:path path="circle">
              <a:fillToRect l="50000" t="50000" r="50000" b="50000"/>
            </a:path>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2" name="Freeform 23">
            <a:extLst>
              <a:ext uri="{FF2B5EF4-FFF2-40B4-BE49-F238E27FC236}">
                <a16:creationId xmlns:a16="http://schemas.microsoft.com/office/drawing/2014/main" id="{D0A25101-E81E-4791-8EF7-F0BA182DD0C2}"/>
              </a:ext>
            </a:extLst>
          </p:cNvPr>
          <p:cNvSpPr/>
          <p:nvPr/>
        </p:nvSpPr>
        <p:spPr>
          <a:xfrm>
            <a:off x="1275758" y="2204720"/>
            <a:ext cx="1494130" cy="3647440"/>
          </a:xfrm>
          <a:custGeom>
            <a:avLst/>
            <a:gdLst>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01040 w 1280160"/>
              <a:gd name="connsiteY8" fmla="*/ 102616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01040 w 1280160"/>
              <a:gd name="connsiteY8" fmla="*/ 102616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1026160 w 1280160"/>
              <a:gd name="connsiteY7" fmla="*/ 161544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1026160 w 1280160"/>
              <a:gd name="connsiteY7" fmla="*/ 161544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369060"/>
              <a:gd name="connsiteY0" fmla="*/ 3444240 h 3647440"/>
              <a:gd name="connsiteX1" fmla="*/ 568960 w 1369060"/>
              <a:gd name="connsiteY1" fmla="*/ 2733040 h 3647440"/>
              <a:gd name="connsiteX2" fmla="*/ 782320 w 1369060"/>
              <a:gd name="connsiteY2" fmla="*/ 2275840 h 3647440"/>
              <a:gd name="connsiteX3" fmla="*/ 1016000 w 1369060"/>
              <a:gd name="connsiteY3" fmla="*/ 1879600 h 3647440"/>
              <a:gd name="connsiteX4" fmla="*/ 1158240 w 1369060"/>
              <a:gd name="connsiteY4" fmla="*/ 1767840 h 3647440"/>
              <a:gd name="connsiteX5" fmla="*/ 1280160 w 1369060"/>
              <a:gd name="connsiteY5" fmla="*/ 1686560 h 3647440"/>
              <a:gd name="connsiteX6" fmla="*/ 1369060 w 1369060"/>
              <a:gd name="connsiteY6" fmla="*/ 1689735 h 3647440"/>
              <a:gd name="connsiteX7" fmla="*/ 1026160 w 1369060"/>
              <a:gd name="connsiteY7" fmla="*/ 1615440 h 3647440"/>
              <a:gd name="connsiteX8" fmla="*/ 741680 w 1369060"/>
              <a:gd name="connsiteY8" fmla="*/ 1036320 h 3647440"/>
              <a:gd name="connsiteX9" fmla="*/ 721360 w 1369060"/>
              <a:gd name="connsiteY9" fmla="*/ 0 h 3647440"/>
              <a:gd name="connsiteX10" fmla="*/ 0 w 1369060"/>
              <a:gd name="connsiteY10" fmla="*/ 10160 h 3647440"/>
              <a:gd name="connsiteX11" fmla="*/ 0 w 1369060"/>
              <a:gd name="connsiteY11" fmla="*/ 3647440 h 3647440"/>
              <a:gd name="connsiteX12" fmla="*/ 264160 w 1369060"/>
              <a:gd name="connsiteY12" fmla="*/ 3586480 h 3647440"/>
              <a:gd name="connsiteX13" fmla="*/ 325120 w 1369060"/>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6000 w 1379197"/>
              <a:gd name="connsiteY3" fmla="*/ 1879600 h 3647440"/>
              <a:gd name="connsiteX4" fmla="*/ 1158240 w 1379197"/>
              <a:gd name="connsiteY4" fmla="*/ 17678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6000 w 1379197"/>
              <a:gd name="connsiteY3" fmla="*/ 187960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8670 w 1379197"/>
              <a:gd name="connsiteY2" fmla="*/ 2298065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81660 w 1379197"/>
              <a:gd name="connsiteY1" fmla="*/ 2752090 h 3647440"/>
              <a:gd name="connsiteX2" fmla="*/ 788670 w 1379197"/>
              <a:gd name="connsiteY2" fmla="*/ 2298065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9197" h="3647440">
                <a:moveTo>
                  <a:pt x="325120" y="3444240"/>
                </a:moveTo>
                <a:lnTo>
                  <a:pt x="581660" y="2752090"/>
                </a:lnTo>
                <a:lnTo>
                  <a:pt x="788670" y="2298065"/>
                </a:lnTo>
                <a:lnTo>
                  <a:pt x="1012825" y="1924050"/>
                </a:lnTo>
                <a:lnTo>
                  <a:pt x="1158240" y="1780540"/>
                </a:lnTo>
                <a:cubicBezTo>
                  <a:pt x="1198880" y="1753447"/>
                  <a:pt x="1241848" y="1727094"/>
                  <a:pt x="1276985" y="1711960"/>
                </a:cubicBezTo>
                <a:cubicBezTo>
                  <a:pt x="1312122" y="1696826"/>
                  <a:pt x="1410864" y="1705822"/>
                  <a:pt x="1369060" y="1689735"/>
                </a:cubicBezTo>
                <a:cubicBezTo>
                  <a:pt x="1327256" y="1673648"/>
                  <a:pt x="1130723" y="1724342"/>
                  <a:pt x="1026160" y="1615440"/>
                </a:cubicBezTo>
                <a:cubicBezTo>
                  <a:pt x="921597" y="1506538"/>
                  <a:pt x="792480" y="1305560"/>
                  <a:pt x="741680" y="1036320"/>
                </a:cubicBezTo>
                <a:cubicBezTo>
                  <a:pt x="690880" y="767080"/>
                  <a:pt x="726440" y="331893"/>
                  <a:pt x="721360" y="0"/>
                </a:cubicBezTo>
                <a:lnTo>
                  <a:pt x="0" y="10160"/>
                </a:lnTo>
                <a:lnTo>
                  <a:pt x="0" y="3647440"/>
                </a:lnTo>
                <a:lnTo>
                  <a:pt x="264160" y="3586480"/>
                </a:lnTo>
                <a:lnTo>
                  <a:pt x="325120" y="3444240"/>
                </a:lnTo>
                <a:close/>
              </a:path>
            </a:pathLst>
          </a:custGeom>
          <a:gradFill flip="none" rotWithShape="1">
            <a:gsLst>
              <a:gs pos="100000">
                <a:schemeClr val="accent1">
                  <a:lumMod val="5000"/>
                  <a:lumOff val="95000"/>
                </a:schemeClr>
              </a:gs>
              <a:gs pos="0">
                <a:schemeClr val="accent4">
                  <a:lumMod val="60000"/>
                  <a:lumOff val="40000"/>
                </a:schemeClr>
              </a:gs>
              <a:gs pos="32000">
                <a:schemeClr val="accent4">
                  <a:lumMod val="40000"/>
                  <a:lumOff val="60000"/>
                </a:schemeClr>
              </a:gs>
            </a:gsLst>
            <a:lin ang="1890000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Freeform 3">
            <a:extLst>
              <a:ext uri="{FF2B5EF4-FFF2-40B4-BE49-F238E27FC236}">
                <a16:creationId xmlns:a16="http://schemas.microsoft.com/office/drawing/2014/main" id="{EC9859F8-8D1D-44C5-95A8-9D89DACBABE4}"/>
              </a:ext>
            </a:extLst>
          </p:cNvPr>
          <p:cNvSpPr/>
          <p:nvPr/>
        </p:nvSpPr>
        <p:spPr>
          <a:xfrm>
            <a:off x="1683004" y="3931789"/>
            <a:ext cx="4006427" cy="1778133"/>
          </a:xfrm>
          <a:custGeom>
            <a:avLst/>
            <a:gdLst>
              <a:gd name="connsiteX0" fmla="*/ 0 w 3698240"/>
              <a:gd name="connsiteY0" fmla="*/ 1771829 h 1853109"/>
              <a:gd name="connsiteX1" fmla="*/ 426720 w 3698240"/>
              <a:gd name="connsiteY1" fmla="*/ 664389 h 1853109"/>
              <a:gd name="connsiteX2" fmla="*/ 1178560 w 3698240"/>
              <a:gd name="connsiteY2" fmla="*/ 3989 h 1853109"/>
              <a:gd name="connsiteX3" fmla="*/ 2011680 w 3698240"/>
              <a:gd name="connsiteY3" fmla="*/ 959029 h 1853109"/>
              <a:gd name="connsiteX4" fmla="*/ 2753360 w 3698240"/>
              <a:gd name="connsiteY4" fmla="*/ 1660069 h 1853109"/>
              <a:gd name="connsiteX5" fmla="*/ 3698240 w 3698240"/>
              <a:gd name="connsiteY5" fmla="*/ 1853109 h 1853109"/>
              <a:gd name="connsiteX0" fmla="*/ 0 w 3698240"/>
              <a:gd name="connsiteY0" fmla="*/ 1771829 h 1853109"/>
              <a:gd name="connsiteX1" fmla="*/ 426720 w 3698240"/>
              <a:gd name="connsiteY1" fmla="*/ 664389 h 1853109"/>
              <a:gd name="connsiteX2" fmla="*/ 1097280 w 3698240"/>
              <a:gd name="connsiteY2" fmla="*/ 3989 h 1853109"/>
              <a:gd name="connsiteX3" fmla="*/ 2011680 w 3698240"/>
              <a:gd name="connsiteY3" fmla="*/ 959029 h 1853109"/>
              <a:gd name="connsiteX4" fmla="*/ 2753360 w 3698240"/>
              <a:gd name="connsiteY4" fmla="*/ 1660069 h 1853109"/>
              <a:gd name="connsiteX5" fmla="*/ 3698240 w 3698240"/>
              <a:gd name="connsiteY5" fmla="*/ 1853109 h 1853109"/>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656084 h 1849124"/>
              <a:gd name="connsiteX5" fmla="*/ 3698240 w 3698240"/>
              <a:gd name="connsiteY5" fmla="*/ 1849124 h 1849124"/>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656084 h 1849124"/>
              <a:gd name="connsiteX5" fmla="*/ 3698240 w 3698240"/>
              <a:gd name="connsiteY5" fmla="*/ 1849124 h 1849124"/>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554484 h 1849124"/>
              <a:gd name="connsiteX5" fmla="*/ 3698240 w 3698240"/>
              <a:gd name="connsiteY5" fmla="*/ 1849124 h 1849124"/>
              <a:gd name="connsiteX0" fmla="*/ 0 w 3698240"/>
              <a:gd name="connsiteY0" fmla="*/ 1767844 h 1778004"/>
              <a:gd name="connsiteX1" fmla="*/ 426720 w 3698240"/>
              <a:gd name="connsiteY1" fmla="*/ 660404 h 1778004"/>
              <a:gd name="connsiteX2" fmla="*/ 1097280 w 3698240"/>
              <a:gd name="connsiteY2" fmla="*/ 4 h 1778004"/>
              <a:gd name="connsiteX3" fmla="*/ 2011680 w 3698240"/>
              <a:gd name="connsiteY3" fmla="*/ 955044 h 1778004"/>
              <a:gd name="connsiteX4" fmla="*/ 2753360 w 3698240"/>
              <a:gd name="connsiteY4" fmla="*/ 1554484 h 1778004"/>
              <a:gd name="connsiteX5" fmla="*/ 3698240 w 3698240"/>
              <a:gd name="connsiteY5" fmla="*/ 1778004 h 1778004"/>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973 h 1778133"/>
              <a:gd name="connsiteX1" fmla="*/ 426720 w 3698240"/>
              <a:gd name="connsiteY1" fmla="*/ 660533 h 1778133"/>
              <a:gd name="connsiteX2" fmla="*/ 1097280 w 3698240"/>
              <a:gd name="connsiteY2" fmla="*/ 133 h 1778133"/>
              <a:gd name="connsiteX3" fmla="*/ 2011680 w 3698240"/>
              <a:gd name="connsiteY3" fmla="*/ 955173 h 1778133"/>
              <a:gd name="connsiteX4" fmla="*/ 2753360 w 3698240"/>
              <a:gd name="connsiteY4" fmla="*/ 1554613 h 1778133"/>
              <a:gd name="connsiteX5" fmla="*/ 3698240 w 3698240"/>
              <a:gd name="connsiteY5" fmla="*/ 1778133 h 1778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8240" h="1778133">
                <a:moveTo>
                  <a:pt x="0" y="1767973"/>
                </a:moveTo>
                <a:cubicBezTo>
                  <a:pt x="115146" y="1361573"/>
                  <a:pt x="325120" y="853573"/>
                  <a:pt x="426720" y="660533"/>
                </a:cubicBezTo>
                <a:cubicBezTo>
                  <a:pt x="528320" y="467493"/>
                  <a:pt x="680720" y="11986"/>
                  <a:pt x="1097280" y="133"/>
                </a:cubicBezTo>
                <a:cubicBezTo>
                  <a:pt x="1513840" y="-11720"/>
                  <a:pt x="1867747" y="767213"/>
                  <a:pt x="2011680" y="955173"/>
                </a:cubicBezTo>
                <a:cubicBezTo>
                  <a:pt x="2155613" y="1143133"/>
                  <a:pt x="2472267" y="1417453"/>
                  <a:pt x="2753360" y="1554613"/>
                </a:cubicBezTo>
                <a:cubicBezTo>
                  <a:pt x="3034453" y="1691773"/>
                  <a:pt x="3366346" y="1756119"/>
                  <a:pt x="3698240" y="1778133"/>
                </a:cubicBezTo>
              </a:path>
            </a:pathLst>
          </a:cu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AAD45CD-EE72-4F5D-A3A3-AB85CA464494}"/>
              </a:ext>
            </a:extLst>
          </p:cNvPr>
          <p:cNvSpPr txBox="1"/>
          <p:nvPr/>
        </p:nvSpPr>
        <p:spPr>
          <a:xfrm>
            <a:off x="446689" y="3859014"/>
            <a:ext cx="364202" cy="523220"/>
          </a:xfrm>
          <a:prstGeom prst="rect">
            <a:avLst/>
          </a:prstGeom>
          <a:noFill/>
        </p:spPr>
        <p:txBody>
          <a:bodyPr wrap="none" rtlCol="0">
            <a:spAutoFit/>
          </a:bodyPr>
          <a:lstStyle/>
          <a:p>
            <a:r>
              <a:rPr lang="en-US" sz="2800">
                <a:latin typeface="Times New Roman" charset="0"/>
                <a:ea typeface="Times New Roman" charset="0"/>
                <a:cs typeface="Times New Roman" charset="0"/>
              </a:rPr>
              <a:t>p</a:t>
            </a:r>
          </a:p>
        </p:txBody>
      </p:sp>
      <p:sp>
        <p:nvSpPr>
          <p:cNvPr id="16" name="TextBox 15">
            <a:extLst>
              <a:ext uri="{FF2B5EF4-FFF2-40B4-BE49-F238E27FC236}">
                <a16:creationId xmlns:a16="http://schemas.microsoft.com/office/drawing/2014/main" id="{C5E35D1F-2826-4E9D-A6C3-C8AD1C37A231}"/>
              </a:ext>
            </a:extLst>
          </p:cNvPr>
          <p:cNvSpPr txBox="1"/>
          <p:nvPr/>
        </p:nvSpPr>
        <p:spPr>
          <a:xfrm>
            <a:off x="3544606" y="5933440"/>
            <a:ext cx="364202" cy="523220"/>
          </a:xfrm>
          <a:prstGeom prst="rect">
            <a:avLst/>
          </a:prstGeom>
          <a:noFill/>
        </p:spPr>
        <p:txBody>
          <a:bodyPr wrap="none" rtlCol="0">
            <a:spAutoFit/>
          </a:bodyPr>
          <a:lstStyle/>
          <a:p>
            <a:r>
              <a:rPr lang="en-US" sz="2800" dirty="0">
                <a:latin typeface="Times New Roman" charset="0"/>
                <a:ea typeface="Times New Roman" charset="0"/>
                <a:cs typeface="Times New Roman" charset="0"/>
              </a:rPr>
              <a:t>v</a:t>
            </a:r>
          </a:p>
        </p:txBody>
      </p:sp>
      <p:sp>
        <p:nvSpPr>
          <p:cNvPr id="17" name="Freeform 9">
            <a:extLst>
              <a:ext uri="{FF2B5EF4-FFF2-40B4-BE49-F238E27FC236}">
                <a16:creationId xmlns:a16="http://schemas.microsoft.com/office/drawing/2014/main" id="{50713889-437C-442C-A5EF-6524C9A0D169}"/>
              </a:ext>
            </a:extLst>
          </p:cNvPr>
          <p:cNvSpPr/>
          <p:nvPr/>
        </p:nvSpPr>
        <p:spPr>
          <a:xfrm>
            <a:off x="1638978" y="3891280"/>
            <a:ext cx="1210733" cy="1818640"/>
          </a:xfrm>
          <a:custGeom>
            <a:avLst/>
            <a:gdLst>
              <a:gd name="connsiteX0" fmla="*/ 91440 w 1117600"/>
              <a:gd name="connsiteY0" fmla="*/ 1818640 h 1818640"/>
              <a:gd name="connsiteX1" fmla="*/ 0 w 1117600"/>
              <a:gd name="connsiteY1" fmla="*/ 1788160 h 1818640"/>
              <a:gd name="connsiteX2" fmla="*/ 182880 w 1117600"/>
              <a:gd name="connsiteY2" fmla="*/ 1239520 h 1818640"/>
              <a:gd name="connsiteX3" fmla="*/ 284480 w 1117600"/>
              <a:gd name="connsiteY3" fmla="*/ 985520 h 1818640"/>
              <a:gd name="connsiteX4" fmla="*/ 436880 w 1117600"/>
              <a:gd name="connsiteY4" fmla="*/ 650240 h 1818640"/>
              <a:gd name="connsiteX5" fmla="*/ 599440 w 1117600"/>
              <a:gd name="connsiteY5" fmla="*/ 355600 h 1818640"/>
              <a:gd name="connsiteX6" fmla="*/ 772160 w 1117600"/>
              <a:gd name="connsiteY6" fmla="*/ 121920 h 1818640"/>
              <a:gd name="connsiteX7" fmla="*/ 955040 w 1117600"/>
              <a:gd name="connsiteY7" fmla="*/ 20320 h 1818640"/>
              <a:gd name="connsiteX8" fmla="*/ 1087120 w 1117600"/>
              <a:gd name="connsiteY8" fmla="*/ 0 h 1818640"/>
              <a:gd name="connsiteX9" fmla="*/ 1087120 w 1117600"/>
              <a:gd name="connsiteY9" fmla="*/ 0 h 1818640"/>
              <a:gd name="connsiteX10" fmla="*/ 1117600 w 1117600"/>
              <a:gd name="connsiteY10" fmla="*/ 81280 h 1818640"/>
              <a:gd name="connsiteX11" fmla="*/ 985520 w 1117600"/>
              <a:gd name="connsiteY11" fmla="*/ 111760 h 1818640"/>
              <a:gd name="connsiteX12" fmla="*/ 863600 w 1117600"/>
              <a:gd name="connsiteY12" fmla="*/ 162560 h 1818640"/>
              <a:gd name="connsiteX13" fmla="*/ 772160 w 1117600"/>
              <a:gd name="connsiteY13" fmla="*/ 274320 h 1818640"/>
              <a:gd name="connsiteX14" fmla="*/ 701040 w 1117600"/>
              <a:gd name="connsiteY14" fmla="*/ 355600 h 1818640"/>
              <a:gd name="connsiteX15" fmla="*/ 629920 w 1117600"/>
              <a:gd name="connsiteY15" fmla="*/ 457200 h 1818640"/>
              <a:gd name="connsiteX16" fmla="*/ 528320 w 1117600"/>
              <a:gd name="connsiteY16" fmla="*/ 670560 h 1818640"/>
              <a:gd name="connsiteX17" fmla="*/ 447040 w 1117600"/>
              <a:gd name="connsiteY17" fmla="*/ 863600 h 1818640"/>
              <a:gd name="connsiteX18" fmla="*/ 335280 w 1117600"/>
              <a:gd name="connsiteY18" fmla="*/ 1107440 h 1818640"/>
              <a:gd name="connsiteX19" fmla="*/ 264160 w 1117600"/>
              <a:gd name="connsiteY19" fmla="*/ 1290320 h 1818640"/>
              <a:gd name="connsiteX20" fmla="*/ 152400 w 1117600"/>
              <a:gd name="connsiteY20" fmla="*/ 1584960 h 1818640"/>
              <a:gd name="connsiteX21" fmla="*/ 91440 w 1117600"/>
              <a:gd name="connsiteY21" fmla="*/ 1818640 h 181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7600" h="1818640">
                <a:moveTo>
                  <a:pt x="91440" y="1818640"/>
                </a:moveTo>
                <a:lnTo>
                  <a:pt x="0" y="1788160"/>
                </a:lnTo>
                <a:lnTo>
                  <a:pt x="182880" y="1239520"/>
                </a:lnTo>
                <a:lnTo>
                  <a:pt x="284480" y="985520"/>
                </a:lnTo>
                <a:lnTo>
                  <a:pt x="436880" y="650240"/>
                </a:lnTo>
                <a:lnTo>
                  <a:pt x="599440" y="355600"/>
                </a:lnTo>
                <a:lnTo>
                  <a:pt x="772160" y="121920"/>
                </a:lnTo>
                <a:lnTo>
                  <a:pt x="955040" y="20320"/>
                </a:lnTo>
                <a:lnTo>
                  <a:pt x="1087120" y="0"/>
                </a:lnTo>
                <a:lnTo>
                  <a:pt x="1087120" y="0"/>
                </a:lnTo>
                <a:lnTo>
                  <a:pt x="1117600" y="81280"/>
                </a:lnTo>
                <a:lnTo>
                  <a:pt x="985520" y="111760"/>
                </a:lnTo>
                <a:lnTo>
                  <a:pt x="863600" y="162560"/>
                </a:lnTo>
                <a:lnTo>
                  <a:pt x="772160" y="274320"/>
                </a:lnTo>
                <a:lnTo>
                  <a:pt x="701040" y="355600"/>
                </a:lnTo>
                <a:lnTo>
                  <a:pt x="629920" y="457200"/>
                </a:lnTo>
                <a:lnTo>
                  <a:pt x="528320" y="670560"/>
                </a:lnTo>
                <a:lnTo>
                  <a:pt x="447040" y="863600"/>
                </a:lnTo>
                <a:lnTo>
                  <a:pt x="335280" y="1107440"/>
                </a:lnTo>
                <a:lnTo>
                  <a:pt x="264160" y="1290320"/>
                </a:lnTo>
                <a:lnTo>
                  <a:pt x="152400" y="1584960"/>
                </a:lnTo>
                <a:lnTo>
                  <a:pt x="91440" y="1818640"/>
                </a:lnTo>
                <a:close/>
              </a:path>
            </a:pathLst>
          </a:custGeom>
          <a:solidFill>
            <a:schemeClr val="tx2">
              <a:alpha val="4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Freeform 10">
            <a:extLst>
              <a:ext uri="{FF2B5EF4-FFF2-40B4-BE49-F238E27FC236}">
                <a16:creationId xmlns:a16="http://schemas.microsoft.com/office/drawing/2014/main" id="{844D50B3-9946-4088-8CF1-D96393976019}"/>
              </a:ext>
            </a:extLst>
          </p:cNvPr>
          <p:cNvSpPr/>
          <p:nvPr/>
        </p:nvSpPr>
        <p:spPr>
          <a:xfrm>
            <a:off x="2882731" y="3881120"/>
            <a:ext cx="2795693" cy="1889760"/>
          </a:xfrm>
          <a:custGeom>
            <a:avLst/>
            <a:gdLst>
              <a:gd name="connsiteX0" fmla="*/ 0 w 2580640"/>
              <a:gd name="connsiteY0" fmla="*/ 0 h 1889760"/>
              <a:gd name="connsiteX1" fmla="*/ 0 w 2580640"/>
              <a:gd name="connsiteY1" fmla="*/ 0 h 1889760"/>
              <a:gd name="connsiteX2" fmla="*/ 0 w 2580640"/>
              <a:gd name="connsiteY2" fmla="*/ 0 h 1889760"/>
              <a:gd name="connsiteX3" fmla="*/ 10160 w 2580640"/>
              <a:gd name="connsiteY3" fmla="*/ 101600 h 1889760"/>
              <a:gd name="connsiteX4" fmla="*/ 101600 w 2580640"/>
              <a:gd name="connsiteY4" fmla="*/ 111760 h 1889760"/>
              <a:gd name="connsiteX5" fmla="*/ 193040 w 2580640"/>
              <a:gd name="connsiteY5" fmla="*/ 162560 h 1889760"/>
              <a:gd name="connsiteX6" fmla="*/ 304800 w 2580640"/>
              <a:gd name="connsiteY6" fmla="*/ 254000 h 1889760"/>
              <a:gd name="connsiteX7" fmla="*/ 396240 w 2580640"/>
              <a:gd name="connsiteY7" fmla="*/ 345440 h 1889760"/>
              <a:gd name="connsiteX8" fmla="*/ 508000 w 2580640"/>
              <a:gd name="connsiteY8" fmla="*/ 477520 h 1889760"/>
              <a:gd name="connsiteX9" fmla="*/ 599440 w 2580640"/>
              <a:gd name="connsiteY9" fmla="*/ 629920 h 1889760"/>
              <a:gd name="connsiteX10" fmla="*/ 680720 w 2580640"/>
              <a:gd name="connsiteY10" fmla="*/ 751840 h 1889760"/>
              <a:gd name="connsiteX11" fmla="*/ 741680 w 2580640"/>
              <a:gd name="connsiteY11" fmla="*/ 873760 h 1889760"/>
              <a:gd name="connsiteX12" fmla="*/ 853440 w 2580640"/>
              <a:gd name="connsiteY12" fmla="*/ 1036320 h 1889760"/>
              <a:gd name="connsiteX13" fmla="*/ 955040 w 2580640"/>
              <a:gd name="connsiteY13" fmla="*/ 1148080 h 1889760"/>
              <a:gd name="connsiteX14" fmla="*/ 1076960 w 2580640"/>
              <a:gd name="connsiteY14" fmla="*/ 1280160 h 1889760"/>
              <a:gd name="connsiteX15" fmla="*/ 1249680 w 2580640"/>
              <a:gd name="connsiteY15" fmla="*/ 1412240 h 1889760"/>
              <a:gd name="connsiteX16" fmla="*/ 1412240 w 2580640"/>
              <a:gd name="connsiteY16" fmla="*/ 1544320 h 1889760"/>
              <a:gd name="connsiteX17" fmla="*/ 1574800 w 2580640"/>
              <a:gd name="connsiteY17" fmla="*/ 1635760 h 1889760"/>
              <a:gd name="connsiteX18" fmla="*/ 1788160 w 2580640"/>
              <a:gd name="connsiteY18" fmla="*/ 1727200 h 1889760"/>
              <a:gd name="connsiteX19" fmla="*/ 1930400 w 2580640"/>
              <a:gd name="connsiteY19" fmla="*/ 1778000 h 1889760"/>
              <a:gd name="connsiteX20" fmla="*/ 2143760 w 2580640"/>
              <a:gd name="connsiteY20" fmla="*/ 1828800 h 1889760"/>
              <a:gd name="connsiteX21" fmla="*/ 2326640 w 2580640"/>
              <a:gd name="connsiteY21" fmla="*/ 1859280 h 1889760"/>
              <a:gd name="connsiteX22" fmla="*/ 2580640 w 2580640"/>
              <a:gd name="connsiteY22" fmla="*/ 1889760 h 1889760"/>
              <a:gd name="connsiteX23" fmla="*/ 2580640 w 2580640"/>
              <a:gd name="connsiteY23" fmla="*/ 1788160 h 1889760"/>
              <a:gd name="connsiteX24" fmla="*/ 2357120 w 2580640"/>
              <a:gd name="connsiteY24" fmla="*/ 1767840 h 1889760"/>
              <a:gd name="connsiteX25" fmla="*/ 2113280 w 2580640"/>
              <a:gd name="connsiteY25" fmla="*/ 1717040 h 1889760"/>
              <a:gd name="connsiteX26" fmla="*/ 1950720 w 2580640"/>
              <a:gd name="connsiteY26" fmla="*/ 1666240 h 1889760"/>
              <a:gd name="connsiteX27" fmla="*/ 1696720 w 2580640"/>
              <a:gd name="connsiteY27" fmla="*/ 1584960 h 1889760"/>
              <a:gd name="connsiteX28" fmla="*/ 1524000 w 2580640"/>
              <a:gd name="connsiteY28" fmla="*/ 1483360 h 1889760"/>
              <a:gd name="connsiteX29" fmla="*/ 1361440 w 2580640"/>
              <a:gd name="connsiteY29" fmla="*/ 1361440 h 1889760"/>
              <a:gd name="connsiteX30" fmla="*/ 1178560 w 2580640"/>
              <a:gd name="connsiteY30" fmla="*/ 1239520 h 1889760"/>
              <a:gd name="connsiteX31" fmla="*/ 1046480 w 2580640"/>
              <a:gd name="connsiteY31" fmla="*/ 1076960 h 1889760"/>
              <a:gd name="connsiteX32" fmla="*/ 894080 w 2580640"/>
              <a:gd name="connsiteY32" fmla="*/ 894080 h 1889760"/>
              <a:gd name="connsiteX33" fmla="*/ 751840 w 2580640"/>
              <a:gd name="connsiteY33" fmla="*/ 660400 h 1889760"/>
              <a:gd name="connsiteX34" fmla="*/ 609600 w 2580640"/>
              <a:gd name="connsiteY34" fmla="*/ 416560 h 1889760"/>
              <a:gd name="connsiteX35" fmla="*/ 467360 w 2580640"/>
              <a:gd name="connsiteY35" fmla="*/ 233680 h 1889760"/>
              <a:gd name="connsiteX36" fmla="*/ 254000 w 2580640"/>
              <a:gd name="connsiteY36" fmla="*/ 60960 h 1889760"/>
              <a:gd name="connsiteX37" fmla="*/ 0 w 2580640"/>
              <a:gd name="connsiteY37" fmla="*/ 0 h 188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80640" h="1889760">
                <a:moveTo>
                  <a:pt x="0" y="0"/>
                </a:moveTo>
                <a:lnTo>
                  <a:pt x="0" y="0"/>
                </a:lnTo>
                <a:lnTo>
                  <a:pt x="0" y="0"/>
                </a:lnTo>
                <a:lnTo>
                  <a:pt x="10160" y="101600"/>
                </a:lnTo>
                <a:lnTo>
                  <a:pt x="101600" y="111760"/>
                </a:lnTo>
                <a:lnTo>
                  <a:pt x="193040" y="162560"/>
                </a:lnTo>
                <a:lnTo>
                  <a:pt x="304800" y="254000"/>
                </a:lnTo>
                <a:lnTo>
                  <a:pt x="396240" y="345440"/>
                </a:lnTo>
                <a:lnTo>
                  <a:pt x="508000" y="477520"/>
                </a:lnTo>
                <a:lnTo>
                  <a:pt x="599440" y="629920"/>
                </a:lnTo>
                <a:lnTo>
                  <a:pt x="680720" y="751840"/>
                </a:lnTo>
                <a:lnTo>
                  <a:pt x="741680" y="873760"/>
                </a:lnTo>
                <a:lnTo>
                  <a:pt x="853440" y="1036320"/>
                </a:lnTo>
                <a:lnTo>
                  <a:pt x="955040" y="1148080"/>
                </a:lnTo>
                <a:lnTo>
                  <a:pt x="1076960" y="1280160"/>
                </a:lnTo>
                <a:lnTo>
                  <a:pt x="1249680" y="1412240"/>
                </a:lnTo>
                <a:lnTo>
                  <a:pt x="1412240" y="1544320"/>
                </a:lnTo>
                <a:lnTo>
                  <a:pt x="1574800" y="1635760"/>
                </a:lnTo>
                <a:lnTo>
                  <a:pt x="1788160" y="1727200"/>
                </a:lnTo>
                <a:lnTo>
                  <a:pt x="1930400" y="1778000"/>
                </a:lnTo>
                <a:lnTo>
                  <a:pt x="2143760" y="1828800"/>
                </a:lnTo>
                <a:lnTo>
                  <a:pt x="2326640" y="1859280"/>
                </a:lnTo>
                <a:lnTo>
                  <a:pt x="2580640" y="1889760"/>
                </a:lnTo>
                <a:lnTo>
                  <a:pt x="2580640" y="1788160"/>
                </a:lnTo>
                <a:lnTo>
                  <a:pt x="2357120" y="1767840"/>
                </a:lnTo>
                <a:lnTo>
                  <a:pt x="2113280" y="1717040"/>
                </a:lnTo>
                <a:lnTo>
                  <a:pt x="1950720" y="1666240"/>
                </a:lnTo>
                <a:lnTo>
                  <a:pt x="1696720" y="1584960"/>
                </a:lnTo>
                <a:lnTo>
                  <a:pt x="1524000" y="1483360"/>
                </a:lnTo>
                <a:lnTo>
                  <a:pt x="1361440" y="1361440"/>
                </a:lnTo>
                <a:lnTo>
                  <a:pt x="1178560" y="1239520"/>
                </a:lnTo>
                <a:lnTo>
                  <a:pt x="1046480" y="1076960"/>
                </a:lnTo>
                <a:lnTo>
                  <a:pt x="894080" y="894080"/>
                </a:lnTo>
                <a:lnTo>
                  <a:pt x="751840" y="660400"/>
                </a:lnTo>
                <a:lnTo>
                  <a:pt x="609600" y="416560"/>
                </a:lnTo>
                <a:lnTo>
                  <a:pt x="467360" y="233680"/>
                </a:lnTo>
                <a:lnTo>
                  <a:pt x="254000" y="60960"/>
                </a:lnTo>
                <a:lnTo>
                  <a:pt x="0" y="0"/>
                </a:lnTo>
                <a:close/>
              </a:path>
            </a:pathLst>
          </a:custGeom>
          <a:solidFill>
            <a:schemeClr val="accent6">
              <a:alpha val="4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Freeform 13">
            <a:extLst>
              <a:ext uri="{FF2B5EF4-FFF2-40B4-BE49-F238E27FC236}">
                <a16:creationId xmlns:a16="http://schemas.microsoft.com/office/drawing/2014/main" id="{A05538DD-44C4-4E7F-ACA6-66C6749FF141}"/>
              </a:ext>
            </a:extLst>
          </p:cNvPr>
          <p:cNvSpPr/>
          <p:nvPr/>
        </p:nvSpPr>
        <p:spPr>
          <a:xfrm>
            <a:off x="2948771" y="3860800"/>
            <a:ext cx="2696633" cy="1788160"/>
          </a:xfrm>
          <a:custGeom>
            <a:avLst/>
            <a:gdLst>
              <a:gd name="connsiteX0" fmla="*/ 2448560 w 2489200"/>
              <a:gd name="connsiteY0" fmla="*/ 0 h 1788160"/>
              <a:gd name="connsiteX1" fmla="*/ 0 w 2489200"/>
              <a:gd name="connsiteY1" fmla="*/ 20320 h 1788160"/>
              <a:gd name="connsiteX2" fmla="*/ 203200 w 2489200"/>
              <a:gd name="connsiteY2" fmla="*/ 81280 h 1788160"/>
              <a:gd name="connsiteX3" fmla="*/ 325120 w 2489200"/>
              <a:gd name="connsiteY3" fmla="*/ 203200 h 1788160"/>
              <a:gd name="connsiteX4" fmla="*/ 477520 w 2489200"/>
              <a:gd name="connsiteY4" fmla="*/ 345440 h 1788160"/>
              <a:gd name="connsiteX5" fmla="*/ 619760 w 2489200"/>
              <a:gd name="connsiteY5" fmla="*/ 548640 h 1788160"/>
              <a:gd name="connsiteX6" fmla="*/ 751840 w 2489200"/>
              <a:gd name="connsiteY6" fmla="*/ 822960 h 1788160"/>
              <a:gd name="connsiteX7" fmla="*/ 904240 w 2489200"/>
              <a:gd name="connsiteY7" fmla="*/ 1016000 h 1788160"/>
              <a:gd name="connsiteX8" fmla="*/ 1107440 w 2489200"/>
              <a:gd name="connsiteY8" fmla="*/ 1239520 h 1788160"/>
              <a:gd name="connsiteX9" fmla="*/ 1432560 w 2489200"/>
              <a:gd name="connsiteY9" fmla="*/ 1463040 h 1788160"/>
              <a:gd name="connsiteX10" fmla="*/ 1696720 w 2489200"/>
              <a:gd name="connsiteY10" fmla="*/ 1605280 h 1788160"/>
              <a:gd name="connsiteX11" fmla="*/ 2072640 w 2489200"/>
              <a:gd name="connsiteY11" fmla="*/ 1727200 h 1788160"/>
              <a:gd name="connsiteX12" fmla="*/ 2367280 w 2489200"/>
              <a:gd name="connsiteY12" fmla="*/ 1778000 h 1788160"/>
              <a:gd name="connsiteX13" fmla="*/ 2489200 w 2489200"/>
              <a:gd name="connsiteY13" fmla="*/ 1788160 h 1788160"/>
              <a:gd name="connsiteX14" fmla="*/ 2448560 w 2489200"/>
              <a:gd name="connsiteY14" fmla="*/ 0 h 178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89200" h="1788160">
                <a:moveTo>
                  <a:pt x="2448560" y="0"/>
                </a:moveTo>
                <a:lnTo>
                  <a:pt x="0" y="20320"/>
                </a:lnTo>
                <a:lnTo>
                  <a:pt x="203200" y="81280"/>
                </a:lnTo>
                <a:lnTo>
                  <a:pt x="325120" y="203200"/>
                </a:lnTo>
                <a:lnTo>
                  <a:pt x="477520" y="345440"/>
                </a:lnTo>
                <a:lnTo>
                  <a:pt x="619760" y="548640"/>
                </a:lnTo>
                <a:lnTo>
                  <a:pt x="751840" y="822960"/>
                </a:lnTo>
                <a:lnTo>
                  <a:pt x="904240" y="1016000"/>
                </a:lnTo>
                <a:lnTo>
                  <a:pt x="1107440" y="1239520"/>
                </a:lnTo>
                <a:lnTo>
                  <a:pt x="1432560" y="1463040"/>
                </a:lnTo>
                <a:lnTo>
                  <a:pt x="1696720" y="1605280"/>
                </a:lnTo>
                <a:lnTo>
                  <a:pt x="2072640" y="1727200"/>
                </a:lnTo>
                <a:lnTo>
                  <a:pt x="2367280" y="1778000"/>
                </a:lnTo>
                <a:lnTo>
                  <a:pt x="2489200" y="1788160"/>
                </a:lnTo>
                <a:lnTo>
                  <a:pt x="2448560" y="0"/>
                </a:lnTo>
                <a:close/>
              </a:path>
            </a:pathLst>
          </a:custGeom>
          <a:gradFill flip="none" rotWithShape="1">
            <a:gsLst>
              <a:gs pos="100000">
                <a:schemeClr val="accent1">
                  <a:lumMod val="5000"/>
                  <a:lumOff val="95000"/>
                </a:schemeClr>
              </a:gs>
              <a:gs pos="0">
                <a:schemeClr val="accent3">
                  <a:lumMod val="60000"/>
                  <a:lumOff val="40000"/>
                </a:schemeClr>
              </a:gs>
              <a:gs pos="43000">
                <a:schemeClr val="accent3">
                  <a:lumMod val="20000"/>
                  <a:lumOff val="80000"/>
                </a:schemeClr>
              </a:gs>
            </a:gsLst>
            <a:lin ang="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Freeform 15">
            <a:extLst>
              <a:ext uri="{FF2B5EF4-FFF2-40B4-BE49-F238E27FC236}">
                <a16:creationId xmlns:a16="http://schemas.microsoft.com/office/drawing/2014/main" id="{219DDE60-249E-4C39-84BD-DBD5EFF2B976}"/>
              </a:ext>
            </a:extLst>
          </p:cNvPr>
          <p:cNvSpPr/>
          <p:nvPr/>
        </p:nvSpPr>
        <p:spPr>
          <a:xfrm>
            <a:off x="1749044" y="3992880"/>
            <a:ext cx="3885353" cy="1828800"/>
          </a:xfrm>
          <a:custGeom>
            <a:avLst/>
            <a:gdLst>
              <a:gd name="connsiteX0" fmla="*/ 10160 w 3586480"/>
              <a:gd name="connsiteY0" fmla="*/ 1706880 h 1828800"/>
              <a:gd name="connsiteX1" fmla="*/ 264160 w 3586480"/>
              <a:gd name="connsiteY1" fmla="*/ 975360 h 1828800"/>
              <a:gd name="connsiteX2" fmla="*/ 406400 w 3586480"/>
              <a:gd name="connsiteY2" fmla="*/ 650240 h 1828800"/>
              <a:gd name="connsiteX3" fmla="*/ 548640 w 3586480"/>
              <a:gd name="connsiteY3" fmla="*/ 345440 h 1828800"/>
              <a:gd name="connsiteX4" fmla="*/ 721360 w 3586480"/>
              <a:gd name="connsiteY4" fmla="*/ 111760 h 1828800"/>
              <a:gd name="connsiteX5" fmla="*/ 833120 w 3586480"/>
              <a:gd name="connsiteY5" fmla="*/ 40640 h 1828800"/>
              <a:gd name="connsiteX6" fmla="*/ 914400 w 3586480"/>
              <a:gd name="connsiteY6" fmla="*/ 0 h 1828800"/>
              <a:gd name="connsiteX7" fmla="*/ 914400 w 3586480"/>
              <a:gd name="connsiteY7" fmla="*/ 0 h 1828800"/>
              <a:gd name="connsiteX8" fmla="*/ 1087120 w 3586480"/>
              <a:gd name="connsiteY8" fmla="*/ 10160 h 1828800"/>
              <a:gd name="connsiteX9" fmla="*/ 1188720 w 3586480"/>
              <a:gd name="connsiteY9" fmla="*/ 40640 h 1828800"/>
              <a:gd name="connsiteX10" fmla="*/ 1330960 w 3586480"/>
              <a:gd name="connsiteY10" fmla="*/ 142240 h 1828800"/>
              <a:gd name="connsiteX11" fmla="*/ 1442720 w 3586480"/>
              <a:gd name="connsiteY11" fmla="*/ 254000 h 1828800"/>
              <a:gd name="connsiteX12" fmla="*/ 1574800 w 3586480"/>
              <a:gd name="connsiteY12" fmla="*/ 416560 h 1828800"/>
              <a:gd name="connsiteX13" fmla="*/ 1686560 w 3586480"/>
              <a:gd name="connsiteY13" fmla="*/ 589280 h 1828800"/>
              <a:gd name="connsiteX14" fmla="*/ 1808480 w 3586480"/>
              <a:gd name="connsiteY14" fmla="*/ 822960 h 1828800"/>
              <a:gd name="connsiteX15" fmla="*/ 1920240 w 3586480"/>
              <a:gd name="connsiteY15" fmla="*/ 985520 h 1828800"/>
              <a:gd name="connsiteX16" fmla="*/ 2082800 w 3586480"/>
              <a:gd name="connsiteY16" fmla="*/ 1168400 h 1828800"/>
              <a:gd name="connsiteX17" fmla="*/ 2346960 w 3586480"/>
              <a:gd name="connsiteY17" fmla="*/ 1361440 h 1828800"/>
              <a:gd name="connsiteX18" fmla="*/ 2580640 w 3586480"/>
              <a:gd name="connsiteY18" fmla="*/ 1524000 h 1828800"/>
              <a:gd name="connsiteX19" fmla="*/ 2854960 w 3586480"/>
              <a:gd name="connsiteY19" fmla="*/ 1656080 h 1828800"/>
              <a:gd name="connsiteX20" fmla="*/ 3119120 w 3586480"/>
              <a:gd name="connsiteY20" fmla="*/ 1706880 h 1828800"/>
              <a:gd name="connsiteX21" fmla="*/ 3332480 w 3586480"/>
              <a:gd name="connsiteY21" fmla="*/ 1757680 h 1828800"/>
              <a:gd name="connsiteX22" fmla="*/ 3586480 w 3586480"/>
              <a:gd name="connsiteY22" fmla="*/ 1778000 h 1828800"/>
              <a:gd name="connsiteX23" fmla="*/ 3586480 w 3586480"/>
              <a:gd name="connsiteY23" fmla="*/ 1778000 h 1828800"/>
              <a:gd name="connsiteX24" fmla="*/ 3586480 w 3586480"/>
              <a:gd name="connsiteY24" fmla="*/ 1778000 h 1828800"/>
              <a:gd name="connsiteX25" fmla="*/ 0 w 3586480"/>
              <a:gd name="connsiteY25" fmla="*/ 1828800 h 1828800"/>
              <a:gd name="connsiteX26" fmla="*/ 10160 w 3586480"/>
              <a:gd name="connsiteY26" fmla="*/ 170688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86480" h="1828800">
                <a:moveTo>
                  <a:pt x="10160" y="1706880"/>
                </a:moveTo>
                <a:lnTo>
                  <a:pt x="264160" y="975360"/>
                </a:lnTo>
                <a:lnTo>
                  <a:pt x="406400" y="650240"/>
                </a:lnTo>
                <a:lnTo>
                  <a:pt x="548640" y="345440"/>
                </a:lnTo>
                <a:lnTo>
                  <a:pt x="721360" y="111760"/>
                </a:lnTo>
                <a:lnTo>
                  <a:pt x="833120" y="40640"/>
                </a:lnTo>
                <a:lnTo>
                  <a:pt x="914400" y="0"/>
                </a:lnTo>
                <a:lnTo>
                  <a:pt x="914400" y="0"/>
                </a:lnTo>
                <a:lnTo>
                  <a:pt x="1087120" y="10160"/>
                </a:lnTo>
                <a:lnTo>
                  <a:pt x="1188720" y="40640"/>
                </a:lnTo>
                <a:lnTo>
                  <a:pt x="1330960" y="142240"/>
                </a:lnTo>
                <a:lnTo>
                  <a:pt x="1442720" y="254000"/>
                </a:lnTo>
                <a:lnTo>
                  <a:pt x="1574800" y="416560"/>
                </a:lnTo>
                <a:lnTo>
                  <a:pt x="1686560" y="589280"/>
                </a:lnTo>
                <a:lnTo>
                  <a:pt x="1808480" y="822960"/>
                </a:lnTo>
                <a:lnTo>
                  <a:pt x="1920240" y="985520"/>
                </a:lnTo>
                <a:lnTo>
                  <a:pt x="2082800" y="1168400"/>
                </a:lnTo>
                <a:lnTo>
                  <a:pt x="2346960" y="1361440"/>
                </a:lnTo>
                <a:lnTo>
                  <a:pt x="2580640" y="1524000"/>
                </a:lnTo>
                <a:lnTo>
                  <a:pt x="2854960" y="1656080"/>
                </a:lnTo>
                <a:lnTo>
                  <a:pt x="3119120" y="1706880"/>
                </a:lnTo>
                <a:lnTo>
                  <a:pt x="3332480" y="1757680"/>
                </a:lnTo>
                <a:lnTo>
                  <a:pt x="3586480" y="1778000"/>
                </a:lnTo>
                <a:lnTo>
                  <a:pt x="3586480" y="1778000"/>
                </a:lnTo>
                <a:lnTo>
                  <a:pt x="3586480" y="1778000"/>
                </a:lnTo>
                <a:lnTo>
                  <a:pt x="0" y="1828800"/>
                </a:lnTo>
                <a:lnTo>
                  <a:pt x="10160" y="1706880"/>
                </a:lnTo>
                <a:close/>
              </a:path>
            </a:pathLst>
          </a:custGeom>
          <a:gradFill flip="none" rotWithShape="1">
            <a:gsLst>
              <a:gs pos="0">
                <a:srgbClr val="FFFBAB"/>
              </a:gs>
              <a:gs pos="79000">
                <a:srgbClr val="FFFDD5"/>
              </a:gs>
              <a:gs pos="100000">
                <a:schemeClr val="bg1"/>
              </a:gs>
            </a:gsLst>
            <a:lin ang="540000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7F34565-DBF5-44E3-AE6A-1F6E67A524EE}"/>
              </a:ext>
            </a:extLst>
          </p:cNvPr>
          <p:cNvSpPr/>
          <p:nvPr/>
        </p:nvSpPr>
        <p:spPr>
          <a:xfrm>
            <a:off x="2772664" y="3848259"/>
            <a:ext cx="165100" cy="152400"/>
          </a:xfrm>
          <a:prstGeom prst="ellipse">
            <a:avLst/>
          </a:prstGeom>
          <a:solidFill>
            <a:srgbClr val="FF0000"/>
          </a:solid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87E8075-B131-43E4-B24B-DDA3BBB5A665}"/>
              </a:ext>
            </a:extLst>
          </p:cNvPr>
          <p:cNvSpPr txBox="1"/>
          <p:nvPr/>
        </p:nvSpPr>
        <p:spPr>
          <a:xfrm>
            <a:off x="3741883" y="2832726"/>
            <a:ext cx="441339" cy="461665"/>
          </a:xfrm>
          <a:prstGeom prst="rect">
            <a:avLst/>
          </a:prstGeom>
          <a:noFill/>
        </p:spPr>
        <p:txBody>
          <a:bodyPr wrap="none" rtlCol="0">
            <a:spAutoFit/>
          </a:bodyPr>
          <a:lstStyle/>
          <a:p>
            <a:r>
              <a:rPr lang="en-US" sz="2400">
                <a:solidFill>
                  <a:schemeClr val="tx2"/>
                </a:solidFill>
              </a:rPr>
              <a:t>A.</a:t>
            </a:r>
          </a:p>
        </p:txBody>
      </p:sp>
      <p:sp>
        <p:nvSpPr>
          <p:cNvPr id="23" name="TextBox 22">
            <a:extLst>
              <a:ext uri="{FF2B5EF4-FFF2-40B4-BE49-F238E27FC236}">
                <a16:creationId xmlns:a16="http://schemas.microsoft.com/office/drawing/2014/main" id="{E8B9A93D-5937-4124-9036-91E49B740CD3}"/>
              </a:ext>
            </a:extLst>
          </p:cNvPr>
          <p:cNvSpPr txBox="1"/>
          <p:nvPr/>
        </p:nvSpPr>
        <p:spPr>
          <a:xfrm>
            <a:off x="4571542" y="4299061"/>
            <a:ext cx="428322" cy="461665"/>
          </a:xfrm>
          <a:prstGeom prst="rect">
            <a:avLst/>
          </a:prstGeom>
          <a:noFill/>
        </p:spPr>
        <p:txBody>
          <a:bodyPr wrap="none" rtlCol="0">
            <a:spAutoFit/>
          </a:bodyPr>
          <a:lstStyle/>
          <a:p>
            <a:r>
              <a:rPr lang="en-US" sz="2400">
                <a:solidFill>
                  <a:schemeClr val="accent3">
                    <a:lumMod val="50000"/>
                  </a:schemeClr>
                </a:solidFill>
              </a:rPr>
              <a:t>B.</a:t>
            </a:r>
          </a:p>
        </p:txBody>
      </p:sp>
      <p:sp>
        <p:nvSpPr>
          <p:cNvPr id="24" name="TextBox 23">
            <a:extLst>
              <a:ext uri="{FF2B5EF4-FFF2-40B4-BE49-F238E27FC236}">
                <a16:creationId xmlns:a16="http://schemas.microsoft.com/office/drawing/2014/main" id="{78C06AE2-4400-4877-9C52-9DE3A135300C}"/>
              </a:ext>
            </a:extLst>
          </p:cNvPr>
          <p:cNvSpPr txBox="1"/>
          <p:nvPr/>
        </p:nvSpPr>
        <p:spPr>
          <a:xfrm>
            <a:off x="2654818" y="4590022"/>
            <a:ext cx="425116" cy="461665"/>
          </a:xfrm>
          <a:prstGeom prst="rect">
            <a:avLst/>
          </a:prstGeom>
          <a:noFill/>
        </p:spPr>
        <p:txBody>
          <a:bodyPr wrap="none" rtlCol="0">
            <a:spAutoFit/>
          </a:bodyPr>
          <a:lstStyle/>
          <a:p>
            <a:r>
              <a:rPr lang="en-US" sz="2400">
                <a:solidFill>
                  <a:srgbClr val="FFC000"/>
                </a:solidFill>
              </a:rPr>
              <a:t>C.</a:t>
            </a:r>
            <a:endParaRPr lang="en-US" sz="2400" dirty="0">
              <a:solidFill>
                <a:srgbClr val="FFC000"/>
              </a:solidFill>
            </a:endParaRPr>
          </a:p>
        </p:txBody>
      </p:sp>
      <p:sp>
        <p:nvSpPr>
          <p:cNvPr id="25" name="TextBox 24">
            <a:extLst>
              <a:ext uri="{FF2B5EF4-FFF2-40B4-BE49-F238E27FC236}">
                <a16:creationId xmlns:a16="http://schemas.microsoft.com/office/drawing/2014/main" id="{30091BDC-04CB-4178-89A2-D9AB19F38C32}"/>
              </a:ext>
            </a:extLst>
          </p:cNvPr>
          <p:cNvSpPr txBox="1"/>
          <p:nvPr/>
        </p:nvSpPr>
        <p:spPr>
          <a:xfrm>
            <a:off x="1413687" y="3419456"/>
            <a:ext cx="443519" cy="461665"/>
          </a:xfrm>
          <a:prstGeom prst="rect">
            <a:avLst/>
          </a:prstGeom>
          <a:noFill/>
        </p:spPr>
        <p:txBody>
          <a:bodyPr wrap="none" rtlCol="0">
            <a:spAutoFit/>
          </a:bodyPr>
          <a:lstStyle/>
          <a:p>
            <a:r>
              <a:rPr lang="en-US" sz="2400">
                <a:solidFill>
                  <a:schemeClr val="accent4">
                    <a:lumMod val="50000"/>
                  </a:schemeClr>
                </a:solidFill>
              </a:rPr>
              <a:t>D.</a:t>
            </a:r>
            <a:endParaRPr lang="en-US" sz="2400" dirty="0">
              <a:solidFill>
                <a:schemeClr val="accent4">
                  <a:lumMod val="50000"/>
                </a:schemeClr>
              </a:solidFill>
            </a:endParaRPr>
          </a:p>
        </p:txBody>
      </p:sp>
      <p:cxnSp>
        <p:nvCxnSpPr>
          <p:cNvPr id="26" name="Straight Arrow Connector 25">
            <a:extLst>
              <a:ext uri="{FF2B5EF4-FFF2-40B4-BE49-F238E27FC236}">
                <a16:creationId xmlns:a16="http://schemas.microsoft.com/office/drawing/2014/main" id="{95C73B70-3237-4AD9-A0E3-D44273FB1642}"/>
              </a:ext>
            </a:extLst>
          </p:cNvPr>
          <p:cNvCxnSpPr/>
          <p:nvPr/>
        </p:nvCxnSpPr>
        <p:spPr>
          <a:xfrm flipV="1">
            <a:off x="1251093" y="2153920"/>
            <a:ext cx="0" cy="3779520"/>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C12660D-92D0-4CA8-A386-9174AA135FD9}"/>
              </a:ext>
            </a:extLst>
          </p:cNvPr>
          <p:cNvCxnSpPr/>
          <p:nvPr/>
        </p:nvCxnSpPr>
        <p:spPr>
          <a:xfrm>
            <a:off x="1251093" y="5933440"/>
            <a:ext cx="4735518" cy="0"/>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E55882D2-F85A-498F-B9D4-40821FFF245D}"/>
              </a:ext>
            </a:extLst>
          </p:cNvPr>
          <p:cNvSpPr txBox="1"/>
          <p:nvPr/>
        </p:nvSpPr>
        <p:spPr>
          <a:xfrm>
            <a:off x="5986610" y="2629734"/>
            <a:ext cx="612668" cy="2277547"/>
          </a:xfrm>
          <a:prstGeom prst="rect">
            <a:avLst/>
          </a:prstGeom>
          <a:noFill/>
        </p:spPr>
        <p:txBody>
          <a:bodyPr wrap="none" rtlCol="0">
            <a:spAutoFit/>
          </a:bodyPr>
          <a:lstStyle/>
          <a:p>
            <a:pPr marL="342900" indent="-342900">
              <a:spcAft>
                <a:spcPts val="1200"/>
              </a:spcAft>
              <a:buFont typeface="+mj-lt"/>
              <a:buAutoNum type="alphaUcPeriod"/>
            </a:pPr>
            <a:r>
              <a:rPr lang="en-US" sz="2800" dirty="0"/>
              <a:t> </a:t>
            </a:r>
          </a:p>
          <a:p>
            <a:pPr marL="342900" indent="-342900">
              <a:spcAft>
                <a:spcPts val="1200"/>
              </a:spcAft>
              <a:buFont typeface="+mj-lt"/>
              <a:buAutoNum type="alphaUcPeriod"/>
            </a:pPr>
            <a:r>
              <a:rPr lang="en-US" sz="2800" dirty="0"/>
              <a:t> </a:t>
            </a:r>
          </a:p>
          <a:p>
            <a:pPr marL="342900" indent="-342900">
              <a:spcAft>
                <a:spcPts val="1200"/>
              </a:spcAft>
              <a:buFont typeface="+mj-lt"/>
              <a:buAutoNum type="alphaUcPeriod"/>
            </a:pPr>
            <a:r>
              <a:rPr lang="en-US" sz="2800" dirty="0"/>
              <a:t> </a:t>
            </a:r>
          </a:p>
          <a:p>
            <a:pPr marL="342900" indent="-342900">
              <a:spcAft>
                <a:spcPts val="1200"/>
              </a:spcAft>
              <a:buFont typeface="+mj-lt"/>
              <a:buAutoNum type="alphaUcPeriod"/>
            </a:pPr>
            <a:r>
              <a:rPr lang="en-US" sz="2800" dirty="0"/>
              <a:t> </a:t>
            </a:r>
          </a:p>
        </p:txBody>
      </p:sp>
    </p:spTree>
    <p:extLst>
      <p:ext uri="{BB962C8B-B14F-4D97-AF65-F5344CB8AC3E}">
        <p14:creationId xmlns:p14="http://schemas.microsoft.com/office/powerpoint/2010/main" val="3846959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i="1" dirty="0"/>
              <a:t>p-v</a:t>
            </a:r>
            <a:r>
              <a:rPr lang="en-US" altLang="zh-CN" sz="3600" dirty="0"/>
              <a:t> Diagram</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TextBox 5">
            <a:extLst>
              <a:ext uri="{FF2B5EF4-FFF2-40B4-BE49-F238E27FC236}">
                <a16:creationId xmlns:a16="http://schemas.microsoft.com/office/drawing/2014/main" id="{0B8EE253-5F2D-44E2-8BA5-4B25C5533B02}"/>
              </a:ext>
            </a:extLst>
          </p:cNvPr>
          <p:cNvSpPr txBox="1"/>
          <p:nvPr/>
        </p:nvSpPr>
        <p:spPr>
          <a:xfrm>
            <a:off x="260309" y="1079943"/>
            <a:ext cx="8613943" cy="400110"/>
          </a:xfrm>
          <a:prstGeom prst="rect">
            <a:avLst/>
          </a:prstGeom>
          <a:noFill/>
        </p:spPr>
        <p:txBody>
          <a:bodyPr wrap="square" rtlCol="0">
            <a:spAutoFit/>
          </a:bodyPr>
          <a:lstStyle/>
          <a:p>
            <a:r>
              <a:rPr lang="en-US" altLang="zh-CN" sz="2000" b="1" dirty="0">
                <a:latin typeface="+mj-lt"/>
              </a:rPr>
              <a:t>If the state of a substance lies on the line indicated, it is called a…</a:t>
            </a:r>
            <a:endParaRPr lang="en-US" altLang="zh-CN" sz="2400" b="1" dirty="0"/>
          </a:p>
        </p:txBody>
      </p:sp>
      <p:sp>
        <p:nvSpPr>
          <p:cNvPr id="11" name="Freeform 22">
            <a:extLst>
              <a:ext uri="{FF2B5EF4-FFF2-40B4-BE49-F238E27FC236}">
                <a16:creationId xmlns:a16="http://schemas.microsoft.com/office/drawing/2014/main" id="{EC1163FA-E081-4B03-BFA2-87238022D606}"/>
              </a:ext>
            </a:extLst>
          </p:cNvPr>
          <p:cNvSpPr/>
          <p:nvPr/>
        </p:nvSpPr>
        <p:spPr>
          <a:xfrm>
            <a:off x="2057926" y="2153920"/>
            <a:ext cx="3576471" cy="1737747"/>
          </a:xfrm>
          <a:custGeom>
            <a:avLst/>
            <a:gdLst>
              <a:gd name="connsiteX0" fmla="*/ 751840 w 3322320"/>
              <a:gd name="connsiteY0" fmla="*/ 1737360 h 1737360"/>
              <a:gd name="connsiteX1" fmla="*/ 294640 w 3322320"/>
              <a:gd name="connsiteY1" fmla="*/ 1737360 h 1737360"/>
              <a:gd name="connsiteX2" fmla="*/ 0 w 3322320"/>
              <a:gd name="connsiteY2" fmla="*/ 1087120 h 1737360"/>
              <a:gd name="connsiteX3" fmla="*/ 10160 w 3322320"/>
              <a:gd name="connsiteY3" fmla="*/ 975360 h 1737360"/>
              <a:gd name="connsiteX4" fmla="*/ 20320 w 3322320"/>
              <a:gd name="connsiteY4" fmla="*/ 40640 h 1737360"/>
              <a:gd name="connsiteX5" fmla="*/ 3322320 w 3322320"/>
              <a:gd name="connsiteY5" fmla="*/ 0 h 1737360"/>
              <a:gd name="connsiteX6" fmla="*/ 3322320 w 3322320"/>
              <a:gd name="connsiteY6" fmla="*/ 1706880 h 1737360"/>
              <a:gd name="connsiteX7" fmla="*/ 751840 w 3322320"/>
              <a:gd name="connsiteY7" fmla="*/ 1737360 h 1737360"/>
              <a:gd name="connsiteX0" fmla="*/ 751840 w 3322320"/>
              <a:gd name="connsiteY0" fmla="*/ 1737360 h 1737360"/>
              <a:gd name="connsiteX1" fmla="*/ 294640 w 3322320"/>
              <a:gd name="connsiteY1" fmla="*/ 1737360 h 1737360"/>
              <a:gd name="connsiteX2" fmla="*/ 0 w 3322320"/>
              <a:gd name="connsiteY2" fmla="*/ 1087120 h 1737360"/>
              <a:gd name="connsiteX3" fmla="*/ 20320 w 3322320"/>
              <a:gd name="connsiteY3" fmla="*/ 40640 h 1737360"/>
              <a:gd name="connsiteX4" fmla="*/ 3322320 w 3322320"/>
              <a:gd name="connsiteY4" fmla="*/ 0 h 1737360"/>
              <a:gd name="connsiteX5" fmla="*/ 3322320 w 3322320"/>
              <a:gd name="connsiteY5" fmla="*/ 1706880 h 1737360"/>
              <a:gd name="connsiteX6" fmla="*/ 751840 w 3322320"/>
              <a:gd name="connsiteY6" fmla="*/ 1737360 h 1737360"/>
              <a:gd name="connsiteX0" fmla="*/ 993870 w 3564350"/>
              <a:gd name="connsiteY0" fmla="*/ 1737360 h 1737360"/>
              <a:gd name="connsiteX1" fmla="*/ 536670 w 3564350"/>
              <a:gd name="connsiteY1" fmla="*/ 1737360 h 1737360"/>
              <a:gd name="connsiteX2" fmla="*/ 242030 w 3564350"/>
              <a:gd name="connsiteY2" fmla="*/ 1087120 h 1737360"/>
              <a:gd name="connsiteX3" fmla="*/ 262350 w 3564350"/>
              <a:gd name="connsiteY3" fmla="*/ 40640 h 1737360"/>
              <a:gd name="connsiteX4" fmla="*/ 3564350 w 3564350"/>
              <a:gd name="connsiteY4" fmla="*/ 0 h 1737360"/>
              <a:gd name="connsiteX5" fmla="*/ 3564350 w 3564350"/>
              <a:gd name="connsiteY5" fmla="*/ 1706880 h 1737360"/>
              <a:gd name="connsiteX6" fmla="*/ 993870 w 3564350"/>
              <a:gd name="connsiteY6" fmla="*/ 1737360 h 1737360"/>
              <a:gd name="connsiteX0" fmla="*/ 986550 w 3557030"/>
              <a:gd name="connsiteY0" fmla="*/ 1737360 h 1737360"/>
              <a:gd name="connsiteX1" fmla="*/ 529350 w 3557030"/>
              <a:gd name="connsiteY1" fmla="*/ 1737360 h 1737360"/>
              <a:gd name="connsiteX2" fmla="*/ 234710 w 3557030"/>
              <a:gd name="connsiteY2" fmla="*/ 1087120 h 1737360"/>
              <a:gd name="connsiteX3" fmla="*/ 255030 w 3557030"/>
              <a:gd name="connsiteY3" fmla="*/ 40640 h 1737360"/>
              <a:gd name="connsiteX4" fmla="*/ 3557030 w 3557030"/>
              <a:gd name="connsiteY4" fmla="*/ 0 h 1737360"/>
              <a:gd name="connsiteX5" fmla="*/ 3557030 w 3557030"/>
              <a:gd name="connsiteY5" fmla="*/ 1706880 h 1737360"/>
              <a:gd name="connsiteX6" fmla="*/ 986550 w 3557030"/>
              <a:gd name="connsiteY6" fmla="*/ 1737360 h 1737360"/>
              <a:gd name="connsiteX0" fmla="*/ 756068 w 3326548"/>
              <a:gd name="connsiteY0" fmla="*/ 1737360 h 1737360"/>
              <a:gd name="connsiteX1" fmla="*/ 298868 w 3326548"/>
              <a:gd name="connsiteY1" fmla="*/ 1737360 h 1737360"/>
              <a:gd name="connsiteX2" fmla="*/ 4228 w 3326548"/>
              <a:gd name="connsiteY2" fmla="*/ 1087120 h 1737360"/>
              <a:gd name="connsiteX3" fmla="*/ 24548 w 3326548"/>
              <a:gd name="connsiteY3" fmla="*/ 40640 h 1737360"/>
              <a:gd name="connsiteX4" fmla="*/ 3326548 w 3326548"/>
              <a:gd name="connsiteY4" fmla="*/ 0 h 1737360"/>
              <a:gd name="connsiteX5" fmla="*/ 3326548 w 3326548"/>
              <a:gd name="connsiteY5" fmla="*/ 1706880 h 1737360"/>
              <a:gd name="connsiteX6" fmla="*/ 756068 w 3326548"/>
              <a:gd name="connsiteY6" fmla="*/ 1737360 h 1737360"/>
              <a:gd name="connsiteX0" fmla="*/ 756068 w 3326548"/>
              <a:gd name="connsiteY0" fmla="*/ 1737360 h 1737360"/>
              <a:gd name="connsiteX1" fmla="*/ 298868 w 3326548"/>
              <a:gd name="connsiteY1" fmla="*/ 1737360 h 1737360"/>
              <a:gd name="connsiteX2" fmla="*/ 4228 w 3326548"/>
              <a:gd name="connsiteY2" fmla="*/ 1087120 h 1737360"/>
              <a:gd name="connsiteX3" fmla="*/ 24548 w 3326548"/>
              <a:gd name="connsiteY3" fmla="*/ 40640 h 1737360"/>
              <a:gd name="connsiteX4" fmla="*/ 3326548 w 3326548"/>
              <a:gd name="connsiteY4" fmla="*/ 0 h 1737360"/>
              <a:gd name="connsiteX5" fmla="*/ 3326548 w 3326548"/>
              <a:gd name="connsiteY5" fmla="*/ 1706880 h 1737360"/>
              <a:gd name="connsiteX6" fmla="*/ 756068 w 3326548"/>
              <a:gd name="connsiteY6" fmla="*/ 1737360 h 1737360"/>
              <a:gd name="connsiteX0" fmla="*/ 764386 w 3334866"/>
              <a:gd name="connsiteY0" fmla="*/ 1737360 h 1737360"/>
              <a:gd name="connsiteX1" fmla="*/ 307186 w 3334866"/>
              <a:gd name="connsiteY1" fmla="*/ 1737360 h 1737360"/>
              <a:gd name="connsiteX2" fmla="*/ 12546 w 3334866"/>
              <a:gd name="connsiteY2" fmla="*/ 1087120 h 1737360"/>
              <a:gd name="connsiteX3" fmla="*/ 32866 w 3334866"/>
              <a:gd name="connsiteY3" fmla="*/ 40640 h 1737360"/>
              <a:gd name="connsiteX4" fmla="*/ 3334866 w 3334866"/>
              <a:gd name="connsiteY4" fmla="*/ 0 h 1737360"/>
              <a:gd name="connsiteX5" fmla="*/ 3334866 w 3334866"/>
              <a:gd name="connsiteY5" fmla="*/ 1706880 h 1737360"/>
              <a:gd name="connsiteX6" fmla="*/ 764386 w 3334866"/>
              <a:gd name="connsiteY6" fmla="*/ 1737360 h 1737360"/>
              <a:gd name="connsiteX0" fmla="*/ 736853 w 3307333"/>
              <a:gd name="connsiteY0" fmla="*/ 1737360 h 1737360"/>
              <a:gd name="connsiteX1" fmla="*/ 279653 w 3307333"/>
              <a:gd name="connsiteY1" fmla="*/ 1737360 h 1737360"/>
              <a:gd name="connsiteX2" fmla="*/ 25653 w 3307333"/>
              <a:gd name="connsiteY2" fmla="*/ 1097280 h 1737360"/>
              <a:gd name="connsiteX3" fmla="*/ 5333 w 3307333"/>
              <a:gd name="connsiteY3" fmla="*/ 40640 h 1737360"/>
              <a:gd name="connsiteX4" fmla="*/ 3307333 w 3307333"/>
              <a:gd name="connsiteY4" fmla="*/ 0 h 1737360"/>
              <a:gd name="connsiteX5" fmla="*/ 3307333 w 3307333"/>
              <a:gd name="connsiteY5" fmla="*/ 1706880 h 1737360"/>
              <a:gd name="connsiteX6" fmla="*/ 736853 w 3307333"/>
              <a:gd name="connsiteY6" fmla="*/ 1737360 h 1737360"/>
              <a:gd name="connsiteX0" fmla="*/ 736853 w 3307333"/>
              <a:gd name="connsiteY0" fmla="*/ 1737360 h 1785922"/>
              <a:gd name="connsiteX1" fmla="*/ 279653 w 3307333"/>
              <a:gd name="connsiteY1" fmla="*/ 1737360 h 1785922"/>
              <a:gd name="connsiteX2" fmla="*/ 25653 w 3307333"/>
              <a:gd name="connsiteY2" fmla="*/ 1097280 h 1785922"/>
              <a:gd name="connsiteX3" fmla="*/ 5333 w 3307333"/>
              <a:gd name="connsiteY3" fmla="*/ 40640 h 1785922"/>
              <a:gd name="connsiteX4" fmla="*/ 3307333 w 3307333"/>
              <a:gd name="connsiteY4" fmla="*/ 0 h 1785922"/>
              <a:gd name="connsiteX5" fmla="*/ 3307333 w 3307333"/>
              <a:gd name="connsiteY5" fmla="*/ 1706880 h 1785922"/>
              <a:gd name="connsiteX6" fmla="*/ 736853 w 3307333"/>
              <a:gd name="connsiteY6" fmla="*/ 1737360 h 1785922"/>
              <a:gd name="connsiteX0" fmla="*/ 741051 w 3311531"/>
              <a:gd name="connsiteY0" fmla="*/ 1737360 h 1742259"/>
              <a:gd name="connsiteX1" fmla="*/ 294042 w 3311531"/>
              <a:gd name="connsiteY1" fmla="*/ 1656080 h 1742259"/>
              <a:gd name="connsiteX2" fmla="*/ 29851 w 3311531"/>
              <a:gd name="connsiteY2" fmla="*/ 1097280 h 1742259"/>
              <a:gd name="connsiteX3" fmla="*/ 9531 w 3311531"/>
              <a:gd name="connsiteY3" fmla="*/ 40640 h 1742259"/>
              <a:gd name="connsiteX4" fmla="*/ 3311531 w 3311531"/>
              <a:gd name="connsiteY4" fmla="*/ 0 h 1742259"/>
              <a:gd name="connsiteX5" fmla="*/ 3311531 w 3311531"/>
              <a:gd name="connsiteY5" fmla="*/ 1706880 h 1742259"/>
              <a:gd name="connsiteX6" fmla="*/ 741051 w 3311531"/>
              <a:gd name="connsiteY6" fmla="*/ 1737360 h 1742259"/>
              <a:gd name="connsiteX0" fmla="*/ 741051 w 3311531"/>
              <a:gd name="connsiteY0" fmla="*/ 1737360 h 1737747"/>
              <a:gd name="connsiteX1" fmla="*/ 294042 w 3311531"/>
              <a:gd name="connsiteY1" fmla="*/ 1656080 h 1737747"/>
              <a:gd name="connsiteX2" fmla="*/ 29851 w 3311531"/>
              <a:gd name="connsiteY2" fmla="*/ 1097280 h 1737747"/>
              <a:gd name="connsiteX3" fmla="*/ 9531 w 3311531"/>
              <a:gd name="connsiteY3" fmla="*/ 40640 h 1737747"/>
              <a:gd name="connsiteX4" fmla="*/ 3311531 w 3311531"/>
              <a:gd name="connsiteY4" fmla="*/ 0 h 1737747"/>
              <a:gd name="connsiteX5" fmla="*/ 3311531 w 3311531"/>
              <a:gd name="connsiteY5" fmla="*/ 1706880 h 1737747"/>
              <a:gd name="connsiteX6" fmla="*/ 741051 w 3311531"/>
              <a:gd name="connsiteY6" fmla="*/ 1737360 h 1737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1531" h="1737747">
                <a:moveTo>
                  <a:pt x="741051" y="1737360"/>
                </a:moveTo>
                <a:cubicBezTo>
                  <a:pt x="582943" y="1732280"/>
                  <a:pt x="412575" y="1762760"/>
                  <a:pt x="294042" y="1656080"/>
                </a:cubicBezTo>
                <a:cubicBezTo>
                  <a:pt x="175509" y="1549400"/>
                  <a:pt x="77269" y="1366520"/>
                  <a:pt x="29851" y="1097280"/>
                </a:cubicBezTo>
                <a:cubicBezTo>
                  <a:pt x="-17567" y="828040"/>
                  <a:pt x="4451" y="506307"/>
                  <a:pt x="9531" y="40640"/>
                </a:cubicBezTo>
                <a:lnTo>
                  <a:pt x="3311531" y="0"/>
                </a:lnTo>
                <a:lnTo>
                  <a:pt x="3311531" y="1706880"/>
                </a:lnTo>
                <a:lnTo>
                  <a:pt x="741051" y="1737360"/>
                </a:lnTo>
                <a:close/>
              </a:path>
            </a:pathLst>
          </a:custGeom>
          <a:gradFill flip="none" rotWithShape="1">
            <a:gsLst>
              <a:gs pos="100000">
                <a:schemeClr val="accent1">
                  <a:lumMod val="5000"/>
                  <a:lumOff val="95000"/>
                </a:schemeClr>
              </a:gs>
              <a:gs pos="0">
                <a:schemeClr val="accent1">
                  <a:lumMod val="45000"/>
                  <a:lumOff val="55000"/>
                </a:schemeClr>
              </a:gs>
              <a:gs pos="43000">
                <a:schemeClr val="accent1">
                  <a:lumMod val="30000"/>
                  <a:lumOff val="70000"/>
                </a:schemeClr>
              </a:gs>
            </a:gsLst>
            <a:path path="circle">
              <a:fillToRect l="50000" t="50000" r="50000" b="50000"/>
            </a:path>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2" name="Freeform 23">
            <a:extLst>
              <a:ext uri="{FF2B5EF4-FFF2-40B4-BE49-F238E27FC236}">
                <a16:creationId xmlns:a16="http://schemas.microsoft.com/office/drawing/2014/main" id="{D0A25101-E81E-4791-8EF7-F0BA182DD0C2}"/>
              </a:ext>
            </a:extLst>
          </p:cNvPr>
          <p:cNvSpPr/>
          <p:nvPr/>
        </p:nvSpPr>
        <p:spPr>
          <a:xfrm>
            <a:off x="1275758" y="2204720"/>
            <a:ext cx="1494130" cy="3647440"/>
          </a:xfrm>
          <a:custGeom>
            <a:avLst/>
            <a:gdLst>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01040 w 1280160"/>
              <a:gd name="connsiteY8" fmla="*/ 102616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01040 w 1280160"/>
              <a:gd name="connsiteY8" fmla="*/ 102616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1026160 w 1280160"/>
              <a:gd name="connsiteY7" fmla="*/ 161544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1026160 w 1280160"/>
              <a:gd name="connsiteY7" fmla="*/ 161544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369060"/>
              <a:gd name="connsiteY0" fmla="*/ 3444240 h 3647440"/>
              <a:gd name="connsiteX1" fmla="*/ 568960 w 1369060"/>
              <a:gd name="connsiteY1" fmla="*/ 2733040 h 3647440"/>
              <a:gd name="connsiteX2" fmla="*/ 782320 w 1369060"/>
              <a:gd name="connsiteY2" fmla="*/ 2275840 h 3647440"/>
              <a:gd name="connsiteX3" fmla="*/ 1016000 w 1369060"/>
              <a:gd name="connsiteY3" fmla="*/ 1879600 h 3647440"/>
              <a:gd name="connsiteX4" fmla="*/ 1158240 w 1369060"/>
              <a:gd name="connsiteY4" fmla="*/ 1767840 h 3647440"/>
              <a:gd name="connsiteX5" fmla="*/ 1280160 w 1369060"/>
              <a:gd name="connsiteY5" fmla="*/ 1686560 h 3647440"/>
              <a:gd name="connsiteX6" fmla="*/ 1369060 w 1369060"/>
              <a:gd name="connsiteY6" fmla="*/ 1689735 h 3647440"/>
              <a:gd name="connsiteX7" fmla="*/ 1026160 w 1369060"/>
              <a:gd name="connsiteY7" fmla="*/ 1615440 h 3647440"/>
              <a:gd name="connsiteX8" fmla="*/ 741680 w 1369060"/>
              <a:gd name="connsiteY8" fmla="*/ 1036320 h 3647440"/>
              <a:gd name="connsiteX9" fmla="*/ 721360 w 1369060"/>
              <a:gd name="connsiteY9" fmla="*/ 0 h 3647440"/>
              <a:gd name="connsiteX10" fmla="*/ 0 w 1369060"/>
              <a:gd name="connsiteY10" fmla="*/ 10160 h 3647440"/>
              <a:gd name="connsiteX11" fmla="*/ 0 w 1369060"/>
              <a:gd name="connsiteY11" fmla="*/ 3647440 h 3647440"/>
              <a:gd name="connsiteX12" fmla="*/ 264160 w 1369060"/>
              <a:gd name="connsiteY12" fmla="*/ 3586480 h 3647440"/>
              <a:gd name="connsiteX13" fmla="*/ 325120 w 1369060"/>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6000 w 1379197"/>
              <a:gd name="connsiteY3" fmla="*/ 1879600 h 3647440"/>
              <a:gd name="connsiteX4" fmla="*/ 1158240 w 1379197"/>
              <a:gd name="connsiteY4" fmla="*/ 17678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6000 w 1379197"/>
              <a:gd name="connsiteY3" fmla="*/ 187960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8670 w 1379197"/>
              <a:gd name="connsiteY2" fmla="*/ 2298065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81660 w 1379197"/>
              <a:gd name="connsiteY1" fmla="*/ 2752090 h 3647440"/>
              <a:gd name="connsiteX2" fmla="*/ 788670 w 1379197"/>
              <a:gd name="connsiteY2" fmla="*/ 2298065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9197" h="3647440">
                <a:moveTo>
                  <a:pt x="325120" y="3444240"/>
                </a:moveTo>
                <a:lnTo>
                  <a:pt x="581660" y="2752090"/>
                </a:lnTo>
                <a:lnTo>
                  <a:pt x="788670" y="2298065"/>
                </a:lnTo>
                <a:lnTo>
                  <a:pt x="1012825" y="1924050"/>
                </a:lnTo>
                <a:lnTo>
                  <a:pt x="1158240" y="1780540"/>
                </a:lnTo>
                <a:cubicBezTo>
                  <a:pt x="1198880" y="1753447"/>
                  <a:pt x="1241848" y="1727094"/>
                  <a:pt x="1276985" y="1711960"/>
                </a:cubicBezTo>
                <a:cubicBezTo>
                  <a:pt x="1312122" y="1696826"/>
                  <a:pt x="1410864" y="1705822"/>
                  <a:pt x="1369060" y="1689735"/>
                </a:cubicBezTo>
                <a:cubicBezTo>
                  <a:pt x="1327256" y="1673648"/>
                  <a:pt x="1130723" y="1724342"/>
                  <a:pt x="1026160" y="1615440"/>
                </a:cubicBezTo>
                <a:cubicBezTo>
                  <a:pt x="921597" y="1506538"/>
                  <a:pt x="792480" y="1305560"/>
                  <a:pt x="741680" y="1036320"/>
                </a:cubicBezTo>
                <a:cubicBezTo>
                  <a:pt x="690880" y="767080"/>
                  <a:pt x="726440" y="331893"/>
                  <a:pt x="721360" y="0"/>
                </a:cubicBezTo>
                <a:lnTo>
                  <a:pt x="0" y="10160"/>
                </a:lnTo>
                <a:lnTo>
                  <a:pt x="0" y="3647440"/>
                </a:lnTo>
                <a:lnTo>
                  <a:pt x="264160" y="3586480"/>
                </a:lnTo>
                <a:lnTo>
                  <a:pt x="325120" y="3444240"/>
                </a:lnTo>
                <a:close/>
              </a:path>
            </a:pathLst>
          </a:custGeom>
          <a:gradFill flip="none" rotWithShape="1">
            <a:gsLst>
              <a:gs pos="100000">
                <a:schemeClr val="accent1">
                  <a:lumMod val="5000"/>
                  <a:lumOff val="95000"/>
                </a:schemeClr>
              </a:gs>
              <a:gs pos="0">
                <a:schemeClr val="accent4">
                  <a:lumMod val="60000"/>
                  <a:lumOff val="40000"/>
                </a:schemeClr>
              </a:gs>
              <a:gs pos="32000">
                <a:schemeClr val="accent4">
                  <a:lumMod val="40000"/>
                  <a:lumOff val="60000"/>
                </a:schemeClr>
              </a:gs>
            </a:gsLst>
            <a:lin ang="1890000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Freeform 3">
            <a:extLst>
              <a:ext uri="{FF2B5EF4-FFF2-40B4-BE49-F238E27FC236}">
                <a16:creationId xmlns:a16="http://schemas.microsoft.com/office/drawing/2014/main" id="{EC9859F8-8D1D-44C5-95A8-9D89DACBABE4}"/>
              </a:ext>
            </a:extLst>
          </p:cNvPr>
          <p:cNvSpPr/>
          <p:nvPr/>
        </p:nvSpPr>
        <p:spPr>
          <a:xfrm>
            <a:off x="1683004" y="3931789"/>
            <a:ext cx="4006427" cy="1778133"/>
          </a:xfrm>
          <a:custGeom>
            <a:avLst/>
            <a:gdLst>
              <a:gd name="connsiteX0" fmla="*/ 0 w 3698240"/>
              <a:gd name="connsiteY0" fmla="*/ 1771829 h 1853109"/>
              <a:gd name="connsiteX1" fmla="*/ 426720 w 3698240"/>
              <a:gd name="connsiteY1" fmla="*/ 664389 h 1853109"/>
              <a:gd name="connsiteX2" fmla="*/ 1178560 w 3698240"/>
              <a:gd name="connsiteY2" fmla="*/ 3989 h 1853109"/>
              <a:gd name="connsiteX3" fmla="*/ 2011680 w 3698240"/>
              <a:gd name="connsiteY3" fmla="*/ 959029 h 1853109"/>
              <a:gd name="connsiteX4" fmla="*/ 2753360 w 3698240"/>
              <a:gd name="connsiteY4" fmla="*/ 1660069 h 1853109"/>
              <a:gd name="connsiteX5" fmla="*/ 3698240 w 3698240"/>
              <a:gd name="connsiteY5" fmla="*/ 1853109 h 1853109"/>
              <a:gd name="connsiteX0" fmla="*/ 0 w 3698240"/>
              <a:gd name="connsiteY0" fmla="*/ 1771829 h 1853109"/>
              <a:gd name="connsiteX1" fmla="*/ 426720 w 3698240"/>
              <a:gd name="connsiteY1" fmla="*/ 664389 h 1853109"/>
              <a:gd name="connsiteX2" fmla="*/ 1097280 w 3698240"/>
              <a:gd name="connsiteY2" fmla="*/ 3989 h 1853109"/>
              <a:gd name="connsiteX3" fmla="*/ 2011680 w 3698240"/>
              <a:gd name="connsiteY3" fmla="*/ 959029 h 1853109"/>
              <a:gd name="connsiteX4" fmla="*/ 2753360 w 3698240"/>
              <a:gd name="connsiteY4" fmla="*/ 1660069 h 1853109"/>
              <a:gd name="connsiteX5" fmla="*/ 3698240 w 3698240"/>
              <a:gd name="connsiteY5" fmla="*/ 1853109 h 1853109"/>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656084 h 1849124"/>
              <a:gd name="connsiteX5" fmla="*/ 3698240 w 3698240"/>
              <a:gd name="connsiteY5" fmla="*/ 1849124 h 1849124"/>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656084 h 1849124"/>
              <a:gd name="connsiteX5" fmla="*/ 3698240 w 3698240"/>
              <a:gd name="connsiteY5" fmla="*/ 1849124 h 1849124"/>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554484 h 1849124"/>
              <a:gd name="connsiteX5" fmla="*/ 3698240 w 3698240"/>
              <a:gd name="connsiteY5" fmla="*/ 1849124 h 1849124"/>
              <a:gd name="connsiteX0" fmla="*/ 0 w 3698240"/>
              <a:gd name="connsiteY0" fmla="*/ 1767844 h 1778004"/>
              <a:gd name="connsiteX1" fmla="*/ 426720 w 3698240"/>
              <a:gd name="connsiteY1" fmla="*/ 660404 h 1778004"/>
              <a:gd name="connsiteX2" fmla="*/ 1097280 w 3698240"/>
              <a:gd name="connsiteY2" fmla="*/ 4 h 1778004"/>
              <a:gd name="connsiteX3" fmla="*/ 2011680 w 3698240"/>
              <a:gd name="connsiteY3" fmla="*/ 955044 h 1778004"/>
              <a:gd name="connsiteX4" fmla="*/ 2753360 w 3698240"/>
              <a:gd name="connsiteY4" fmla="*/ 1554484 h 1778004"/>
              <a:gd name="connsiteX5" fmla="*/ 3698240 w 3698240"/>
              <a:gd name="connsiteY5" fmla="*/ 1778004 h 1778004"/>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973 h 1778133"/>
              <a:gd name="connsiteX1" fmla="*/ 426720 w 3698240"/>
              <a:gd name="connsiteY1" fmla="*/ 660533 h 1778133"/>
              <a:gd name="connsiteX2" fmla="*/ 1097280 w 3698240"/>
              <a:gd name="connsiteY2" fmla="*/ 133 h 1778133"/>
              <a:gd name="connsiteX3" fmla="*/ 2011680 w 3698240"/>
              <a:gd name="connsiteY3" fmla="*/ 955173 h 1778133"/>
              <a:gd name="connsiteX4" fmla="*/ 2753360 w 3698240"/>
              <a:gd name="connsiteY4" fmla="*/ 1554613 h 1778133"/>
              <a:gd name="connsiteX5" fmla="*/ 3698240 w 3698240"/>
              <a:gd name="connsiteY5" fmla="*/ 1778133 h 1778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8240" h="1778133">
                <a:moveTo>
                  <a:pt x="0" y="1767973"/>
                </a:moveTo>
                <a:cubicBezTo>
                  <a:pt x="115146" y="1361573"/>
                  <a:pt x="325120" y="853573"/>
                  <a:pt x="426720" y="660533"/>
                </a:cubicBezTo>
                <a:cubicBezTo>
                  <a:pt x="528320" y="467493"/>
                  <a:pt x="680720" y="11986"/>
                  <a:pt x="1097280" y="133"/>
                </a:cubicBezTo>
                <a:cubicBezTo>
                  <a:pt x="1513840" y="-11720"/>
                  <a:pt x="1867747" y="767213"/>
                  <a:pt x="2011680" y="955173"/>
                </a:cubicBezTo>
                <a:cubicBezTo>
                  <a:pt x="2155613" y="1143133"/>
                  <a:pt x="2472267" y="1417453"/>
                  <a:pt x="2753360" y="1554613"/>
                </a:cubicBezTo>
                <a:cubicBezTo>
                  <a:pt x="3034453" y="1691773"/>
                  <a:pt x="3366346" y="1756119"/>
                  <a:pt x="3698240" y="1778133"/>
                </a:cubicBezTo>
              </a:path>
            </a:pathLst>
          </a:cu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7AAD45CD-EE72-4F5D-A3A3-AB85CA464494}"/>
              </a:ext>
            </a:extLst>
          </p:cNvPr>
          <p:cNvSpPr txBox="1"/>
          <p:nvPr/>
        </p:nvSpPr>
        <p:spPr>
          <a:xfrm>
            <a:off x="446689" y="3859014"/>
            <a:ext cx="364202" cy="523220"/>
          </a:xfrm>
          <a:prstGeom prst="rect">
            <a:avLst/>
          </a:prstGeom>
          <a:noFill/>
        </p:spPr>
        <p:txBody>
          <a:bodyPr wrap="none" rtlCol="0">
            <a:spAutoFit/>
          </a:bodyPr>
          <a:lstStyle/>
          <a:p>
            <a:r>
              <a:rPr lang="en-US" sz="2800">
                <a:latin typeface="Times New Roman" charset="0"/>
                <a:ea typeface="Times New Roman" charset="0"/>
                <a:cs typeface="Times New Roman" charset="0"/>
              </a:rPr>
              <a:t>p</a:t>
            </a:r>
          </a:p>
        </p:txBody>
      </p:sp>
      <p:sp>
        <p:nvSpPr>
          <p:cNvPr id="16" name="TextBox 15">
            <a:extLst>
              <a:ext uri="{FF2B5EF4-FFF2-40B4-BE49-F238E27FC236}">
                <a16:creationId xmlns:a16="http://schemas.microsoft.com/office/drawing/2014/main" id="{C5E35D1F-2826-4E9D-A6C3-C8AD1C37A231}"/>
              </a:ext>
            </a:extLst>
          </p:cNvPr>
          <p:cNvSpPr txBox="1"/>
          <p:nvPr/>
        </p:nvSpPr>
        <p:spPr>
          <a:xfrm>
            <a:off x="3544606" y="5933440"/>
            <a:ext cx="364202" cy="523220"/>
          </a:xfrm>
          <a:prstGeom prst="rect">
            <a:avLst/>
          </a:prstGeom>
          <a:noFill/>
        </p:spPr>
        <p:txBody>
          <a:bodyPr wrap="none" rtlCol="0">
            <a:spAutoFit/>
          </a:bodyPr>
          <a:lstStyle/>
          <a:p>
            <a:r>
              <a:rPr lang="en-US" sz="2800" dirty="0">
                <a:latin typeface="Times New Roman" charset="0"/>
                <a:ea typeface="Times New Roman" charset="0"/>
                <a:cs typeface="Times New Roman" charset="0"/>
              </a:rPr>
              <a:t>v</a:t>
            </a:r>
          </a:p>
        </p:txBody>
      </p:sp>
      <p:sp>
        <p:nvSpPr>
          <p:cNvPr id="17" name="Freeform 9">
            <a:extLst>
              <a:ext uri="{FF2B5EF4-FFF2-40B4-BE49-F238E27FC236}">
                <a16:creationId xmlns:a16="http://schemas.microsoft.com/office/drawing/2014/main" id="{50713889-437C-442C-A5EF-6524C9A0D169}"/>
              </a:ext>
            </a:extLst>
          </p:cNvPr>
          <p:cNvSpPr/>
          <p:nvPr/>
        </p:nvSpPr>
        <p:spPr>
          <a:xfrm>
            <a:off x="1638978" y="3891280"/>
            <a:ext cx="1210733" cy="1818640"/>
          </a:xfrm>
          <a:custGeom>
            <a:avLst/>
            <a:gdLst>
              <a:gd name="connsiteX0" fmla="*/ 91440 w 1117600"/>
              <a:gd name="connsiteY0" fmla="*/ 1818640 h 1818640"/>
              <a:gd name="connsiteX1" fmla="*/ 0 w 1117600"/>
              <a:gd name="connsiteY1" fmla="*/ 1788160 h 1818640"/>
              <a:gd name="connsiteX2" fmla="*/ 182880 w 1117600"/>
              <a:gd name="connsiteY2" fmla="*/ 1239520 h 1818640"/>
              <a:gd name="connsiteX3" fmla="*/ 284480 w 1117600"/>
              <a:gd name="connsiteY3" fmla="*/ 985520 h 1818640"/>
              <a:gd name="connsiteX4" fmla="*/ 436880 w 1117600"/>
              <a:gd name="connsiteY4" fmla="*/ 650240 h 1818640"/>
              <a:gd name="connsiteX5" fmla="*/ 599440 w 1117600"/>
              <a:gd name="connsiteY5" fmla="*/ 355600 h 1818640"/>
              <a:gd name="connsiteX6" fmla="*/ 772160 w 1117600"/>
              <a:gd name="connsiteY6" fmla="*/ 121920 h 1818640"/>
              <a:gd name="connsiteX7" fmla="*/ 955040 w 1117600"/>
              <a:gd name="connsiteY7" fmla="*/ 20320 h 1818640"/>
              <a:gd name="connsiteX8" fmla="*/ 1087120 w 1117600"/>
              <a:gd name="connsiteY8" fmla="*/ 0 h 1818640"/>
              <a:gd name="connsiteX9" fmla="*/ 1087120 w 1117600"/>
              <a:gd name="connsiteY9" fmla="*/ 0 h 1818640"/>
              <a:gd name="connsiteX10" fmla="*/ 1117600 w 1117600"/>
              <a:gd name="connsiteY10" fmla="*/ 81280 h 1818640"/>
              <a:gd name="connsiteX11" fmla="*/ 985520 w 1117600"/>
              <a:gd name="connsiteY11" fmla="*/ 111760 h 1818640"/>
              <a:gd name="connsiteX12" fmla="*/ 863600 w 1117600"/>
              <a:gd name="connsiteY12" fmla="*/ 162560 h 1818640"/>
              <a:gd name="connsiteX13" fmla="*/ 772160 w 1117600"/>
              <a:gd name="connsiteY13" fmla="*/ 274320 h 1818640"/>
              <a:gd name="connsiteX14" fmla="*/ 701040 w 1117600"/>
              <a:gd name="connsiteY14" fmla="*/ 355600 h 1818640"/>
              <a:gd name="connsiteX15" fmla="*/ 629920 w 1117600"/>
              <a:gd name="connsiteY15" fmla="*/ 457200 h 1818640"/>
              <a:gd name="connsiteX16" fmla="*/ 528320 w 1117600"/>
              <a:gd name="connsiteY16" fmla="*/ 670560 h 1818640"/>
              <a:gd name="connsiteX17" fmla="*/ 447040 w 1117600"/>
              <a:gd name="connsiteY17" fmla="*/ 863600 h 1818640"/>
              <a:gd name="connsiteX18" fmla="*/ 335280 w 1117600"/>
              <a:gd name="connsiteY18" fmla="*/ 1107440 h 1818640"/>
              <a:gd name="connsiteX19" fmla="*/ 264160 w 1117600"/>
              <a:gd name="connsiteY19" fmla="*/ 1290320 h 1818640"/>
              <a:gd name="connsiteX20" fmla="*/ 152400 w 1117600"/>
              <a:gd name="connsiteY20" fmla="*/ 1584960 h 1818640"/>
              <a:gd name="connsiteX21" fmla="*/ 91440 w 1117600"/>
              <a:gd name="connsiteY21" fmla="*/ 1818640 h 181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7600" h="1818640">
                <a:moveTo>
                  <a:pt x="91440" y="1818640"/>
                </a:moveTo>
                <a:lnTo>
                  <a:pt x="0" y="1788160"/>
                </a:lnTo>
                <a:lnTo>
                  <a:pt x="182880" y="1239520"/>
                </a:lnTo>
                <a:lnTo>
                  <a:pt x="284480" y="985520"/>
                </a:lnTo>
                <a:lnTo>
                  <a:pt x="436880" y="650240"/>
                </a:lnTo>
                <a:lnTo>
                  <a:pt x="599440" y="355600"/>
                </a:lnTo>
                <a:lnTo>
                  <a:pt x="772160" y="121920"/>
                </a:lnTo>
                <a:lnTo>
                  <a:pt x="955040" y="20320"/>
                </a:lnTo>
                <a:lnTo>
                  <a:pt x="1087120" y="0"/>
                </a:lnTo>
                <a:lnTo>
                  <a:pt x="1087120" y="0"/>
                </a:lnTo>
                <a:lnTo>
                  <a:pt x="1117600" y="81280"/>
                </a:lnTo>
                <a:lnTo>
                  <a:pt x="985520" y="111760"/>
                </a:lnTo>
                <a:lnTo>
                  <a:pt x="863600" y="162560"/>
                </a:lnTo>
                <a:lnTo>
                  <a:pt x="772160" y="274320"/>
                </a:lnTo>
                <a:lnTo>
                  <a:pt x="701040" y="355600"/>
                </a:lnTo>
                <a:lnTo>
                  <a:pt x="629920" y="457200"/>
                </a:lnTo>
                <a:lnTo>
                  <a:pt x="528320" y="670560"/>
                </a:lnTo>
                <a:lnTo>
                  <a:pt x="447040" y="863600"/>
                </a:lnTo>
                <a:lnTo>
                  <a:pt x="335280" y="1107440"/>
                </a:lnTo>
                <a:lnTo>
                  <a:pt x="264160" y="1290320"/>
                </a:lnTo>
                <a:lnTo>
                  <a:pt x="152400" y="1584960"/>
                </a:lnTo>
                <a:lnTo>
                  <a:pt x="91440" y="1818640"/>
                </a:lnTo>
                <a:close/>
              </a:path>
            </a:pathLst>
          </a:custGeom>
          <a:solidFill>
            <a:schemeClr val="tx2">
              <a:alpha val="4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Freeform 10">
            <a:extLst>
              <a:ext uri="{FF2B5EF4-FFF2-40B4-BE49-F238E27FC236}">
                <a16:creationId xmlns:a16="http://schemas.microsoft.com/office/drawing/2014/main" id="{844D50B3-9946-4088-8CF1-D96393976019}"/>
              </a:ext>
            </a:extLst>
          </p:cNvPr>
          <p:cNvSpPr/>
          <p:nvPr/>
        </p:nvSpPr>
        <p:spPr>
          <a:xfrm>
            <a:off x="2882731" y="3881120"/>
            <a:ext cx="2795693" cy="1889760"/>
          </a:xfrm>
          <a:custGeom>
            <a:avLst/>
            <a:gdLst>
              <a:gd name="connsiteX0" fmla="*/ 0 w 2580640"/>
              <a:gd name="connsiteY0" fmla="*/ 0 h 1889760"/>
              <a:gd name="connsiteX1" fmla="*/ 0 w 2580640"/>
              <a:gd name="connsiteY1" fmla="*/ 0 h 1889760"/>
              <a:gd name="connsiteX2" fmla="*/ 0 w 2580640"/>
              <a:gd name="connsiteY2" fmla="*/ 0 h 1889760"/>
              <a:gd name="connsiteX3" fmla="*/ 10160 w 2580640"/>
              <a:gd name="connsiteY3" fmla="*/ 101600 h 1889760"/>
              <a:gd name="connsiteX4" fmla="*/ 101600 w 2580640"/>
              <a:gd name="connsiteY4" fmla="*/ 111760 h 1889760"/>
              <a:gd name="connsiteX5" fmla="*/ 193040 w 2580640"/>
              <a:gd name="connsiteY5" fmla="*/ 162560 h 1889760"/>
              <a:gd name="connsiteX6" fmla="*/ 304800 w 2580640"/>
              <a:gd name="connsiteY6" fmla="*/ 254000 h 1889760"/>
              <a:gd name="connsiteX7" fmla="*/ 396240 w 2580640"/>
              <a:gd name="connsiteY7" fmla="*/ 345440 h 1889760"/>
              <a:gd name="connsiteX8" fmla="*/ 508000 w 2580640"/>
              <a:gd name="connsiteY8" fmla="*/ 477520 h 1889760"/>
              <a:gd name="connsiteX9" fmla="*/ 599440 w 2580640"/>
              <a:gd name="connsiteY9" fmla="*/ 629920 h 1889760"/>
              <a:gd name="connsiteX10" fmla="*/ 680720 w 2580640"/>
              <a:gd name="connsiteY10" fmla="*/ 751840 h 1889760"/>
              <a:gd name="connsiteX11" fmla="*/ 741680 w 2580640"/>
              <a:gd name="connsiteY11" fmla="*/ 873760 h 1889760"/>
              <a:gd name="connsiteX12" fmla="*/ 853440 w 2580640"/>
              <a:gd name="connsiteY12" fmla="*/ 1036320 h 1889760"/>
              <a:gd name="connsiteX13" fmla="*/ 955040 w 2580640"/>
              <a:gd name="connsiteY13" fmla="*/ 1148080 h 1889760"/>
              <a:gd name="connsiteX14" fmla="*/ 1076960 w 2580640"/>
              <a:gd name="connsiteY14" fmla="*/ 1280160 h 1889760"/>
              <a:gd name="connsiteX15" fmla="*/ 1249680 w 2580640"/>
              <a:gd name="connsiteY15" fmla="*/ 1412240 h 1889760"/>
              <a:gd name="connsiteX16" fmla="*/ 1412240 w 2580640"/>
              <a:gd name="connsiteY16" fmla="*/ 1544320 h 1889760"/>
              <a:gd name="connsiteX17" fmla="*/ 1574800 w 2580640"/>
              <a:gd name="connsiteY17" fmla="*/ 1635760 h 1889760"/>
              <a:gd name="connsiteX18" fmla="*/ 1788160 w 2580640"/>
              <a:gd name="connsiteY18" fmla="*/ 1727200 h 1889760"/>
              <a:gd name="connsiteX19" fmla="*/ 1930400 w 2580640"/>
              <a:gd name="connsiteY19" fmla="*/ 1778000 h 1889760"/>
              <a:gd name="connsiteX20" fmla="*/ 2143760 w 2580640"/>
              <a:gd name="connsiteY20" fmla="*/ 1828800 h 1889760"/>
              <a:gd name="connsiteX21" fmla="*/ 2326640 w 2580640"/>
              <a:gd name="connsiteY21" fmla="*/ 1859280 h 1889760"/>
              <a:gd name="connsiteX22" fmla="*/ 2580640 w 2580640"/>
              <a:gd name="connsiteY22" fmla="*/ 1889760 h 1889760"/>
              <a:gd name="connsiteX23" fmla="*/ 2580640 w 2580640"/>
              <a:gd name="connsiteY23" fmla="*/ 1788160 h 1889760"/>
              <a:gd name="connsiteX24" fmla="*/ 2357120 w 2580640"/>
              <a:gd name="connsiteY24" fmla="*/ 1767840 h 1889760"/>
              <a:gd name="connsiteX25" fmla="*/ 2113280 w 2580640"/>
              <a:gd name="connsiteY25" fmla="*/ 1717040 h 1889760"/>
              <a:gd name="connsiteX26" fmla="*/ 1950720 w 2580640"/>
              <a:gd name="connsiteY26" fmla="*/ 1666240 h 1889760"/>
              <a:gd name="connsiteX27" fmla="*/ 1696720 w 2580640"/>
              <a:gd name="connsiteY27" fmla="*/ 1584960 h 1889760"/>
              <a:gd name="connsiteX28" fmla="*/ 1524000 w 2580640"/>
              <a:gd name="connsiteY28" fmla="*/ 1483360 h 1889760"/>
              <a:gd name="connsiteX29" fmla="*/ 1361440 w 2580640"/>
              <a:gd name="connsiteY29" fmla="*/ 1361440 h 1889760"/>
              <a:gd name="connsiteX30" fmla="*/ 1178560 w 2580640"/>
              <a:gd name="connsiteY30" fmla="*/ 1239520 h 1889760"/>
              <a:gd name="connsiteX31" fmla="*/ 1046480 w 2580640"/>
              <a:gd name="connsiteY31" fmla="*/ 1076960 h 1889760"/>
              <a:gd name="connsiteX32" fmla="*/ 894080 w 2580640"/>
              <a:gd name="connsiteY32" fmla="*/ 894080 h 1889760"/>
              <a:gd name="connsiteX33" fmla="*/ 751840 w 2580640"/>
              <a:gd name="connsiteY33" fmla="*/ 660400 h 1889760"/>
              <a:gd name="connsiteX34" fmla="*/ 609600 w 2580640"/>
              <a:gd name="connsiteY34" fmla="*/ 416560 h 1889760"/>
              <a:gd name="connsiteX35" fmla="*/ 467360 w 2580640"/>
              <a:gd name="connsiteY35" fmla="*/ 233680 h 1889760"/>
              <a:gd name="connsiteX36" fmla="*/ 254000 w 2580640"/>
              <a:gd name="connsiteY36" fmla="*/ 60960 h 1889760"/>
              <a:gd name="connsiteX37" fmla="*/ 0 w 2580640"/>
              <a:gd name="connsiteY37" fmla="*/ 0 h 188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80640" h="1889760">
                <a:moveTo>
                  <a:pt x="0" y="0"/>
                </a:moveTo>
                <a:lnTo>
                  <a:pt x="0" y="0"/>
                </a:lnTo>
                <a:lnTo>
                  <a:pt x="0" y="0"/>
                </a:lnTo>
                <a:lnTo>
                  <a:pt x="10160" y="101600"/>
                </a:lnTo>
                <a:lnTo>
                  <a:pt x="101600" y="111760"/>
                </a:lnTo>
                <a:lnTo>
                  <a:pt x="193040" y="162560"/>
                </a:lnTo>
                <a:lnTo>
                  <a:pt x="304800" y="254000"/>
                </a:lnTo>
                <a:lnTo>
                  <a:pt x="396240" y="345440"/>
                </a:lnTo>
                <a:lnTo>
                  <a:pt x="508000" y="477520"/>
                </a:lnTo>
                <a:lnTo>
                  <a:pt x="599440" y="629920"/>
                </a:lnTo>
                <a:lnTo>
                  <a:pt x="680720" y="751840"/>
                </a:lnTo>
                <a:lnTo>
                  <a:pt x="741680" y="873760"/>
                </a:lnTo>
                <a:lnTo>
                  <a:pt x="853440" y="1036320"/>
                </a:lnTo>
                <a:lnTo>
                  <a:pt x="955040" y="1148080"/>
                </a:lnTo>
                <a:lnTo>
                  <a:pt x="1076960" y="1280160"/>
                </a:lnTo>
                <a:lnTo>
                  <a:pt x="1249680" y="1412240"/>
                </a:lnTo>
                <a:lnTo>
                  <a:pt x="1412240" y="1544320"/>
                </a:lnTo>
                <a:lnTo>
                  <a:pt x="1574800" y="1635760"/>
                </a:lnTo>
                <a:lnTo>
                  <a:pt x="1788160" y="1727200"/>
                </a:lnTo>
                <a:lnTo>
                  <a:pt x="1930400" y="1778000"/>
                </a:lnTo>
                <a:lnTo>
                  <a:pt x="2143760" y="1828800"/>
                </a:lnTo>
                <a:lnTo>
                  <a:pt x="2326640" y="1859280"/>
                </a:lnTo>
                <a:lnTo>
                  <a:pt x="2580640" y="1889760"/>
                </a:lnTo>
                <a:lnTo>
                  <a:pt x="2580640" y="1788160"/>
                </a:lnTo>
                <a:lnTo>
                  <a:pt x="2357120" y="1767840"/>
                </a:lnTo>
                <a:lnTo>
                  <a:pt x="2113280" y="1717040"/>
                </a:lnTo>
                <a:lnTo>
                  <a:pt x="1950720" y="1666240"/>
                </a:lnTo>
                <a:lnTo>
                  <a:pt x="1696720" y="1584960"/>
                </a:lnTo>
                <a:lnTo>
                  <a:pt x="1524000" y="1483360"/>
                </a:lnTo>
                <a:lnTo>
                  <a:pt x="1361440" y="1361440"/>
                </a:lnTo>
                <a:lnTo>
                  <a:pt x="1178560" y="1239520"/>
                </a:lnTo>
                <a:lnTo>
                  <a:pt x="1046480" y="1076960"/>
                </a:lnTo>
                <a:lnTo>
                  <a:pt x="894080" y="894080"/>
                </a:lnTo>
                <a:lnTo>
                  <a:pt x="751840" y="660400"/>
                </a:lnTo>
                <a:lnTo>
                  <a:pt x="609600" y="416560"/>
                </a:lnTo>
                <a:lnTo>
                  <a:pt x="467360" y="233680"/>
                </a:lnTo>
                <a:lnTo>
                  <a:pt x="254000" y="60960"/>
                </a:lnTo>
                <a:lnTo>
                  <a:pt x="0" y="0"/>
                </a:lnTo>
                <a:close/>
              </a:path>
            </a:pathLst>
          </a:custGeom>
          <a:solidFill>
            <a:schemeClr val="accent6">
              <a:alpha val="4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Freeform 13">
            <a:extLst>
              <a:ext uri="{FF2B5EF4-FFF2-40B4-BE49-F238E27FC236}">
                <a16:creationId xmlns:a16="http://schemas.microsoft.com/office/drawing/2014/main" id="{A05538DD-44C4-4E7F-ACA6-66C6749FF141}"/>
              </a:ext>
            </a:extLst>
          </p:cNvPr>
          <p:cNvSpPr/>
          <p:nvPr/>
        </p:nvSpPr>
        <p:spPr>
          <a:xfrm>
            <a:off x="2948771" y="3860800"/>
            <a:ext cx="2696633" cy="1788160"/>
          </a:xfrm>
          <a:custGeom>
            <a:avLst/>
            <a:gdLst>
              <a:gd name="connsiteX0" fmla="*/ 2448560 w 2489200"/>
              <a:gd name="connsiteY0" fmla="*/ 0 h 1788160"/>
              <a:gd name="connsiteX1" fmla="*/ 0 w 2489200"/>
              <a:gd name="connsiteY1" fmla="*/ 20320 h 1788160"/>
              <a:gd name="connsiteX2" fmla="*/ 203200 w 2489200"/>
              <a:gd name="connsiteY2" fmla="*/ 81280 h 1788160"/>
              <a:gd name="connsiteX3" fmla="*/ 325120 w 2489200"/>
              <a:gd name="connsiteY3" fmla="*/ 203200 h 1788160"/>
              <a:gd name="connsiteX4" fmla="*/ 477520 w 2489200"/>
              <a:gd name="connsiteY4" fmla="*/ 345440 h 1788160"/>
              <a:gd name="connsiteX5" fmla="*/ 619760 w 2489200"/>
              <a:gd name="connsiteY5" fmla="*/ 548640 h 1788160"/>
              <a:gd name="connsiteX6" fmla="*/ 751840 w 2489200"/>
              <a:gd name="connsiteY6" fmla="*/ 822960 h 1788160"/>
              <a:gd name="connsiteX7" fmla="*/ 904240 w 2489200"/>
              <a:gd name="connsiteY7" fmla="*/ 1016000 h 1788160"/>
              <a:gd name="connsiteX8" fmla="*/ 1107440 w 2489200"/>
              <a:gd name="connsiteY8" fmla="*/ 1239520 h 1788160"/>
              <a:gd name="connsiteX9" fmla="*/ 1432560 w 2489200"/>
              <a:gd name="connsiteY9" fmla="*/ 1463040 h 1788160"/>
              <a:gd name="connsiteX10" fmla="*/ 1696720 w 2489200"/>
              <a:gd name="connsiteY10" fmla="*/ 1605280 h 1788160"/>
              <a:gd name="connsiteX11" fmla="*/ 2072640 w 2489200"/>
              <a:gd name="connsiteY11" fmla="*/ 1727200 h 1788160"/>
              <a:gd name="connsiteX12" fmla="*/ 2367280 w 2489200"/>
              <a:gd name="connsiteY12" fmla="*/ 1778000 h 1788160"/>
              <a:gd name="connsiteX13" fmla="*/ 2489200 w 2489200"/>
              <a:gd name="connsiteY13" fmla="*/ 1788160 h 1788160"/>
              <a:gd name="connsiteX14" fmla="*/ 2448560 w 2489200"/>
              <a:gd name="connsiteY14" fmla="*/ 0 h 178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89200" h="1788160">
                <a:moveTo>
                  <a:pt x="2448560" y="0"/>
                </a:moveTo>
                <a:lnTo>
                  <a:pt x="0" y="20320"/>
                </a:lnTo>
                <a:lnTo>
                  <a:pt x="203200" y="81280"/>
                </a:lnTo>
                <a:lnTo>
                  <a:pt x="325120" y="203200"/>
                </a:lnTo>
                <a:lnTo>
                  <a:pt x="477520" y="345440"/>
                </a:lnTo>
                <a:lnTo>
                  <a:pt x="619760" y="548640"/>
                </a:lnTo>
                <a:lnTo>
                  <a:pt x="751840" y="822960"/>
                </a:lnTo>
                <a:lnTo>
                  <a:pt x="904240" y="1016000"/>
                </a:lnTo>
                <a:lnTo>
                  <a:pt x="1107440" y="1239520"/>
                </a:lnTo>
                <a:lnTo>
                  <a:pt x="1432560" y="1463040"/>
                </a:lnTo>
                <a:lnTo>
                  <a:pt x="1696720" y="1605280"/>
                </a:lnTo>
                <a:lnTo>
                  <a:pt x="2072640" y="1727200"/>
                </a:lnTo>
                <a:lnTo>
                  <a:pt x="2367280" y="1778000"/>
                </a:lnTo>
                <a:lnTo>
                  <a:pt x="2489200" y="1788160"/>
                </a:lnTo>
                <a:lnTo>
                  <a:pt x="2448560" y="0"/>
                </a:lnTo>
                <a:close/>
              </a:path>
            </a:pathLst>
          </a:custGeom>
          <a:gradFill flip="none" rotWithShape="1">
            <a:gsLst>
              <a:gs pos="100000">
                <a:schemeClr val="accent1">
                  <a:lumMod val="5000"/>
                  <a:lumOff val="95000"/>
                </a:schemeClr>
              </a:gs>
              <a:gs pos="0">
                <a:schemeClr val="accent3">
                  <a:lumMod val="60000"/>
                  <a:lumOff val="40000"/>
                </a:schemeClr>
              </a:gs>
              <a:gs pos="43000">
                <a:schemeClr val="accent3">
                  <a:lumMod val="20000"/>
                  <a:lumOff val="80000"/>
                </a:schemeClr>
              </a:gs>
            </a:gsLst>
            <a:lin ang="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Freeform 15">
            <a:extLst>
              <a:ext uri="{FF2B5EF4-FFF2-40B4-BE49-F238E27FC236}">
                <a16:creationId xmlns:a16="http://schemas.microsoft.com/office/drawing/2014/main" id="{219DDE60-249E-4C39-84BD-DBD5EFF2B976}"/>
              </a:ext>
            </a:extLst>
          </p:cNvPr>
          <p:cNvSpPr/>
          <p:nvPr/>
        </p:nvSpPr>
        <p:spPr>
          <a:xfrm>
            <a:off x="1749044" y="3992880"/>
            <a:ext cx="3885353" cy="1828800"/>
          </a:xfrm>
          <a:custGeom>
            <a:avLst/>
            <a:gdLst>
              <a:gd name="connsiteX0" fmla="*/ 10160 w 3586480"/>
              <a:gd name="connsiteY0" fmla="*/ 1706880 h 1828800"/>
              <a:gd name="connsiteX1" fmla="*/ 264160 w 3586480"/>
              <a:gd name="connsiteY1" fmla="*/ 975360 h 1828800"/>
              <a:gd name="connsiteX2" fmla="*/ 406400 w 3586480"/>
              <a:gd name="connsiteY2" fmla="*/ 650240 h 1828800"/>
              <a:gd name="connsiteX3" fmla="*/ 548640 w 3586480"/>
              <a:gd name="connsiteY3" fmla="*/ 345440 h 1828800"/>
              <a:gd name="connsiteX4" fmla="*/ 721360 w 3586480"/>
              <a:gd name="connsiteY4" fmla="*/ 111760 h 1828800"/>
              <a:gd name="connsiteX5" fmla="*/ 833120 w 3586480"/>
              <a:gd name="connsiteY5" fmla="*/ 40640 h 1828800"/>
              <a:gd name="connsiteX6" fmla="*/ 914400 w 3586480"/>
              <a:gd name="connsiteY6" fmla="*/ 0 h 1828800"/>
              <a:gd name="connsiteX7" fmla="*/ 914400 w 3586480"/>
              <a:gd name="connsiteY7" fmla="*/ 0 h 1828800"/>
              <a:gd name="connsiteX8" fmla="*/ 1087120 w 3586480"/>
              <a:gd name="connsiteY8" fmla="*/ 10160 h 1828800"/>
              <a:gd name="connsiteX9" fmla="*/ 1188720 w 3586480"/>
              <a:gd name="connsiteY9" fmla="*/ 40640 h 1828800"/>
              <a:gd name="connsiteX10" fmla="*/ 1330960 w 3586480"/>
              <a:gd name="connsiteY10" fmla="*/ 142240 h 1828800"/>
              <a:gd name="connsiteX11" fmla="*/ 1442720 w 3586480"/>
              <a:gd name="connsiteY11" fmla="*/ 254000 h 1828800"/>
              <a:gd name="connsiteX12" fmla="*/ 1574800 w 3586480"/>
              <a:gd name="connsiteY12" fmla="*/ 416560 h 1828800"/>
              <a:gd name="connsiteX13" fmla="*/ 1686560 w 3586480"/>
              <a:gd name="connsiteY13" fmla="*/ 589280 h 1828800"/>
              <a:gd name="connsiteX14" fmla="*/ 1808480 w 3586480"/>
              <a:gd name="connsiteY14" fmla="*/ 822960 h 1828800"/>
              <a:gd name="connsiteX15" fmla="*/ 1920240 w 3586480"/>
              <a:gd name="connsiteY15" fmla="*/ 985520 h 1828800"/>
              <a:gd name="connsiteX16" fmla="*/ 2082800 w 3586480"/>
              <a:gd name="connsiteY16" fmla="*/ 1168400 h 1828800"/>
              <a:gd name="connsiteX17" fmla="*/ 2346960 w 3586480"/>
              <a:gd name="connsiteY17" fmla="*/ 1361440 h 1828800"/>
              <a:gd name="connsiteX18" fmla="*/ 2580640 w 3586480"/>
              <a:gd name="connsiteY18" fmla="*/ 1524000 h 1828800"/>
              <a:gd name="connsiteX19" fmla="*/ 2854960 w 3586480"/>
              <a:gd name="connsiteY19" fmla="*/ 1656080 h 1828800"/>
              <a:gd name="connsiteX20" fmla="*/ 3119120 w 3586480"/>
              <a:gd name="connsiteY20" fmla="*/ 1706880 h 1828800"/>
              <a:gd name="connsiteX21" fmla="*/ 3332480 w 3586480"/>
              <a:gd name="connsiteY21" fmla="*/ 1757680 h 1828800"/>
              <a:gd name="connsiteX22" fmla="*/ 3586480 w 3586480"/>
              <a:gd name="connsiteY22" fmla="*/ 1778000 h 1828800"/>
              <a:gd name="connsiteX23" fmla="*/ 3586480 w 3586480"/>
              <a:gd name="connsiteY23" fmla="*/ 1778000 h 1828800"/>
              <a:gd name="connsiteX24" fmla="*/ 3586480 w 3586480"/>
              <a:gd name="connsiteY24" fmla="*/ 1778000 h 1828800"/>
              <a:gd name="connsiteX25" fmla="*/ 0 w 3586480"/>
              <a:gd name="connsiteY25" fmla="*/ 1828800 h 1828800"/>
              <a:gd name="connsiteX26" fmla="*/ 10160 w 3586480"/>
              <a:gd name="connsiteY26" fmla="*/ 170688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86480" h="1828800">
                <a:moveTo>
                  <a:pt x="10160" y="1706880"/>
                </a:moveTo>
                <a:lnTo>
                  <a:pt x="264160" y="975360"/>
                </a:lnTo>
                <a:lnTo>
                  <a:pt x="406400" y="650240"/>
                </a:lnTo>
                <a:lnTo>
                  <a:pt x="548640" y="345440"/>
                </a:lnTo>
                <a:lnTo>
                  <a:pt x="721360" y="111760"/>
                </a:lnTo>
                <a:lnTo>
                  <a:pt x="833120" y="40640"/>
                </a:lnTo>
                <a:lnTo>
                  <a:pt x="914400" y="0"/>
                </a:lnTo>
                <a:lnTo>
                  <a:pt x="914400" y="0"/>
                </a:lnTo>
                <a:lnTo>
                  <a:pt x="1087120" y="10160"/>
                </a:lnTo>
                <a:lnTo>
                  <a:pt x="1188720" y="40640"/>
                </a:lnTo>
                <a:lnTo>
                  <a:pt x="1330960" y="142240"/>
                </a:lnTo>
                <a:lnTo>
                  <a:pt x="1442720" y="254000"/>
                </a:lnTo>
                <a:lnTo>
                  <a:pt x="1574800" y="416560"/>
                </a:lnTo>
                <a:lnTo>
                  <a:pt x="1686560" y="589280"/>
                </a:lnTo>
                <a:lnTo>
                  <a:pt x="1808480" y="822960"/>
                </a:lnTo>
                <a:lnTo>
                  <a:pt x="1920240" y="985520"/>
                </a:lnTo>
                <a:lnTo>
                  <a:pt x="2082800" y="1168400"/>
                </a:lnTo>
                <a:lnTo>
                  <a:pt x="2346960" y="1361440"/>
                </a:lnTo>
                <a:lnTo>
                  <a:pt x="2580640" y="1524000"/>
                </a:lnTo>
                <a:lnTo>
                  <a:pt x="2854960" y="1656080"/>
                </a:lnTo>
                <a:lnTo>
                  <a:pt x="3119120" y="1706880"/>
                </a:lnTo>
                <a:lnTo>
                  <a:pt x="3332480" y="1757680"/>
                </a:lnTo>
                <a:lnTo>
                  <a:pt x="3586480" y="1778000"/>
                </a:lnTo>
                <a:lnTo>
                  <a:pt x="3586480" y="1778000"/>
                </a:lnTo>
                <a:lnTo>
                  <a:pt x="3586480" y="1778000"/>
                </a:lnTo>
                <a:lnTo>
                  <a:pt x="0" y="1828800"/>
                </a:lnTo>
                <a:lnTo>
                  <a:pt x="10160" y="1706880"/>
                </a:lnTo>
                <a:close/>
              </a:path>
            </a:pathLst>
          </a:custGeom>
          <a:gradFill flip="none" rotWithShape="1">
            <a:gsLst>
              <a:gs pos="0">
                <a:srgbClr val="FFFBAB"/>
              </a:gs>
              <a:gs pos="79000">
                <a:srgbClr val="FFFDD5"/>
              </a:gs>
              <a:gs pos="100000">
                <a:schemeClr val="bg1"/>
              </a:gs>
            </a:gsLst>
            <a:lin ang="540000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7F34565-DBF5-44E3-AE6A-1F6E67A524EE}"/>
              </a:ext>
            </a:extLst>
          </p:cNvPr>
          <p:cNvSpPr/>
          <p:nvPr/>
        </p:nvSpPr>
        <p:spPr>
          <a:xfrm>
            <a:off x="2772664" y="3848259"/>
            <a:ext cx="165100" cy="152400"/>
          </a:xfrm>
          <a:prstGeom prst="ellipse">
            <a:avLst/>
          </a:prstGeom>
          <a:solidFill>
            <a:srgbClr val="FF0000"/>
          </a:solid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87E8075-B131-43E4-B24B-DDA3BBB5A665}"/>
              </a:ext>
            </a:extLst>
          </p:cNvPr>
          <p:cNvSpPr txBox="1"/>
          <p:nvPr/>
        </p:nvSpPr>
        <p:spPr>
          <a:xfrm>
            <a:off x="3741883" y="2832726"/>
            <a:ext cx="441339" cy="461665"/>
          </a:xfrm>
          <a:prstGeom prst="rect">
            <a:avLst/>
          </a:prstGeom>
          <a:noFill/>
        </p:spPr>
        <p:txBody>
          <a:bodyPr wrap="none" rtlCol="0">
            <a:spAutoFit/>
          </a:bodyPr>
          <a:lstStyle/>
          <a:p>
            <a:r>
              <a:rPr lang="en-US" sz="2400">
                <a:solidFill>
                  <a:schemeClr val="tx2"/>
                </a:solidFill>
              </a:rPr>
              <a:t>A.</a:t>
            </a:r>
          </a:p>
        </p:txBody>
      </p:sp>
      <p:sp>
        <p:nvSpPr>
          <p:cNvPr id="23" name="TextBox 22">
            <a:extLst>
              <a:ext uri="{FF2B5EF4-FFF2-40B4-BE49-F238E27FC236}">
                <a16:creationId xmlns:a16="http://schemas.microsoft.com/office/drawing/2014/main" id="{E8B9A93D-5937-4124-9036-91E49B740CD3}"/>
              </a:ext>
            </a:extLst>
          </p:cNvPr>
          <p:cNvSpPr txBox="1"/>
          <p:nvPr/>
        </p:nvSpPr>
        <p:spPr>
          <a:xfrm>
            <a:off x="4571542" y="4299061"/>
            <a:ext cx="428322" cy="461665"/>
          </a:xfrm>
          <a:prstGeom prst="rect">
            <a:avLst/>
          </a:prstGeom>
          <a:noFill/>
        </p:spPr>
        <p:txBody>
          <a:bodyPr wrap="none" rtlCol="0">
            <a:spAutoFit/>
          </a:bodyPr>
          <a:lstStyle/>
          <a:p>
            <a:r>
              <a:rPr lang="en-US" sz="2400">
                <a:solidFill>
                  <a:schemeClr val="accent3">
                    <a:lumMod val="50000"/>
                  </a:schemeClr>
                </a:solidFill>
              </a:rPr>
              <a:t>B.</a:t>
            </a:r>
          </a:p>
        </p:txBody>
      </p:sp>
      <p:sp>
        <p:nvSpPr>
          <p:cNvPr id="24" name="TextBox 23">
            <a:extLst>
              <a:ext uri="{FF2B5EF4-FFF2-40B4-BE49-F238E27FC236}">
                <a16:creationId xmlns:a16="http://schemas.microsoft.com/office/drawing/2014/main" id="{78C06AE2-4400-4877-9C52-9DE3A135300C}"/>
              </a:ext>
            </a:extLst>
          </p:cNvPr>
          <p:cNvSpPr txBox="1"/>
          <p:nvPr/>
        </p:nvSpPr>
        <p:spPr>
          <a:xfrm>
            <a:off x="2654818" y="4590022"/>
            <a:ext cx="425116" cy="461665"/>
          </a:xfrm>
          <a:prstGeom prst="rect">
            <a:avLst/>
          </a:prstGeom>
          <a:noFill/>
        </p:spPr>
        <p:txBody>
          <a:bodyPr wrap="none" rtlCol="0">
            <a:spAutoFit/>
          </a:bodyPr>
          <a:lstStyle/>
          <a:p>
            <a:r>
              <a:rPr lang="en-US" sz="2400">
                <a:solidFill>
                  <a:srgbClr val="FFC000"/>
                </a:solidFill>
              </a:rPr>
              <a:t>C.</a:t>
            </a:r>
            <a:endParaRPr lang="en-US" sz="2400" dirty="0">
              <a:solidFill>
                <a:srgbClr val="FFC000"/>
              </a:solidFill>
            </a:endParaRPr>
          </a:p>
        </p:txBody>
      </p:sp>
      <p:sp>
        <p:nvSpPr>
          <p:cNvPr id="25" name="TextBox 24">
            <a:extLst>
              <a:ext uri="{FF2B5EF4-FFF2-40B4-BE49-F238E27FC236}">
                <a16:creationId xmlns:a16="http://schemas.microsoft.com/office/drawing/2014/main" id="{30091BDC-04CB-4178-89A2-D9AB19F38C32}"/>
              </a:ext>
            </a:extLst>
          </p:cNvPr>
          <p:cNvSpPr txBox="1"/>
          <p:nvPr/>
        </p:nvSpPr>
        <p:spPr>
          <a:xfrm>
            <a:off x="1413687" y="3419456"/>
            <a:ext cx="443519" cy="461665"/>
          </a:xfrm>
          <a:prstGeom prst="rect">
            <a:avLst/>
          </a:prstGeom>
          <a:noFill/>
        </p:spPr>
        <p:txBody>
          <a:bodyPr wrap="none" rtlCol="0">
            <a:spAutoFit/>
          </a:bodyPr>
          <a:lstStyle/>
          <a:p>
            <a:r>
              <a:rPr lang="en-US" sz="2400">
                <a:solidFill>
                  <a:schemeClr val="accent4">
                    <a:lumMod val="50000"/>
                  </a:schemeClr>
                </a:solidFill>
              </a:rPr>
              <a:t>D.</a:t>
            </a:r>
            <a:endParaRPr lang="en-US" sz="2400" dirty="0">
              <a:solidFill>
                <a:schemeClr val="accent4">
                  <a:lumMod val="50000"/>
                </a:schemeClr>
              </a:solidFill>
            </a:endParaRPr>
          </a:p>
        </p:txBody>
      </p:sp>
      <p:cxnSp>
        <p:nvCxnSpPr>
          <p:cNvPr id="26" name="Straight Arrow Connector 25">
            <a:extLst>
              <a:ext uri="{FF2B5EF4-FFF2-40B4-BE49-F238E27FC236}">
                <a16:creationId xmlns:a16="http://schemas.microsoft.com/office/drawing/2014/main" id="{95C73B70-3237-4AD9-A0E3-D44273FB1642}"/>
              </a:ext>
            </a:extLst>
          </p:cNvPr>
          <p:cNvCxnSpPr/>
          <p:nvPr/>
        </p:nvCxnSpPr>
        <p:spPr>
          <a:xfrm flipV="1">
            <a:off x="1251093" y="2153920"/>
            <a:ext cx="0" cy="3779520"/>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1C12660D-92D0-4CA8-A386-9174AA135FD9}"/>
              </a:ext>
            </a:extLst>
          </p:cNvPr>
          <p:cNvCxnSpPr/>
          <p:nvPr/>
        </p:nvCxnSpPr>
        <p:spPr>
          <a:xfrm>
            <a:off x="1251093" y="5933440"/>
            <a:ext cx="4735518" cy="0"/>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E55882D2-F85A-498F-B9D4-40821FFF245D}"/>
              </a:ext>
            </a:extLst>
          </p:cNvPr>
          <p:cNvSpPr txBox="1"/>
          <p:nvPr/>
        </p:nvSpPr>
        <p:spPr>
          <a:xfrm>
            <a:off x="5986610" y="2629734"/>
            <a:ext cx="2945293" cy="2277547"/>
          </a:xfrm>
          <a:prstGeom prst="rect">
            <a:avLst/>
          </a:prstGeom>
          <a:noFill/>
        </p:spPr>
        <p:txBody>
          <a:bodyPr wrap="none" rtlCol="0">
            <a:spAutoFit/>
          </a:bodyPr>
          <a:lstStyle/>
          <a:p>
            <a:pPr marL="342900" indent="-342900">
              <a:spcAft>
                <a:spcPts val="1200"/>
              </a:spcAft>
              <a:buFont typeface="+mj-lt"/>
              <a:buAutoNum type="alphaUcPeriod"/>
            </a:pPr>
            <a:r>
              <a:rPr lang="en-US" sz="2800" dirty="0"/>
              <a:t>Subcooled liquid</a:t>
            </a:r>
          </a:p>
          <a:p>
            <a:pPr marL="342900" indent="-342900">
              <a:spcAft>
                <a:spcPts val="1200"/>
              </a:spcAft>
              <a:buFont typeface="+mj-lt"/>
              <a:buAutoNum type="alphaUcPeriod"/>
            </a:pPr>
            <a:r>
              <a:rPr lang="en-US" sz="2800" dirty="0"/>
              <a:t>Two-phase L+V</a:t>
            </a:r>
          </a:p>
          <a:p>
            <a:pPr marL="342900" indent="-342900">
              <a:spcAft>
                <a:spcPts val="1200"/>
              </a:spcAft>
              <a:buFont typeface="+mj-lt"/>
              <a:buAutoNum type="alphaUcPeriod"/>
            </a:pPr>
            <a:r>
              <a:rPr lang="en-US" sz="2800" dirty="0"/>
              <a:t>Saturated vapor</a:t>
            </a:r>
          </a:p>
          <a:p>
            <a:pPr marL="342900" indent="-342900">
              <a:spcAft>
                <a:spcPts val="1200"/>
              </a:spcAft>
              <a:buFont typeface="+mj-lt"/>
              <a:buAutoNum type="alphaUcPeriod"/>
            </a:pPr>
            <a:r>
              <a:rPr lang="en-US" sz="2800" dirty="0"/>
              <a:t>Saturated liquid</a:t>
            </a:r>
          </a:p>
        </p:txBody>
      </p:sp>
      <p:sp>
        <p:nvSpPr>
          <p:cNvPr id="28" name="TextBox 27">
            <a:extLst>
              <a:ext uri="{FF2B5EF4-FFF2-40B4-BE49-F238E27FC236}">
                <a16:creationId xmlns:a16="http://schemas.microsoft.com/office/drawing/2014/main" id="{757C90E9-8075-48ED-A807-FD18762C3F4F}"/>
              </a:ext>
            </a:extLst>
          </p:cNvPr>
          <p:cNvSpPr txBox="1"/>
          <p:nvPr/>
        </p:nvSpPr>
        <p:spPr>
          <a:xfrm>
            <a:off x="2201827" y="4886896"/>
            <a:ext cx="492443" cy="461665"/>
          </a:xfrm>
          <a:prstGeom prst="rect">
            <a:avLst/>
          </a:prstGeom>
          <a:noFill/>
        </p:spPr>
        <p:txBody>
          <a:bodyPr wrap="none" rtlCol="0">
            <a:spAutoFit/>
          </a:bodyPr>
          <a:lstStyle/>
          <a:p>
            <a:r>
              <a:rPr lang="en-US" sz="2400" dirty="0">
                <a:solidFill>
                  <a:schemeClr val="tx2"/>
                </a:solidFill>
              </a:rPr>
              <a:t>☆</a:t>
            </a:r>
          </a:p>
        </p:txBody>
      </p:sp>
      <p:cxnSp>
        <p:nvCxnSpPr>
          <p:cNvPr id="30" name="Straight Arrow Connector 29">
            <a:extLst>
              <a:ext uri="{FF2B5EF4-FFF2-40B4-BE49-F238E27FC236}">
                <a16:creationId xmlns:a16="http://schemas.microsoft.com/office/drawing/2014/main" id="{C4D53085-AB1F-407A-846D-91827085A0F3}"/>
              </a:ext>
            </a:extLst>
          </p:cNvPr>
          <p:cNvCxnSpPr/>
          <p:nvPr/>
        </p:nvCxnSpPr>
        <p:spPr>
          <a:xfrm flipH="1" flipV="1">
            <a:off x="2257826" y="4754815"/>
            <a:ext cx="100371" cy="208332"/>
          </a:xfrm>
          <a:prstGeom prst="straightConnector1">
            <a:avLst/>
          </a:prstGeom>
          <a:ln>
            <a:solidFill>
              <a:schemeClr val="tx2"/>
            </a:solidFill>
            <a:tailEnd type="stealth"/>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9582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i="1" dirty="0"/>
              <a:t>p-v</a:t>
            </a:r>
            <a:r>
              <a:rPr lang="en-US" altLang="zh-CN" sz="3600" dirty="0"/>
              <a:t> Diagram</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TextBox 5">
            <a:extLst>
              <a:ext uri="{FF2B5EF4-FFF2-40B4-BE49-F238E27FC236}">
                <a16:creationId xmlns:a16="http://schemas.microsoft.com/office/drawing/2014/main" id="{0B8EE253-5F2D-44E2-8BA5-4B25C5533B02}"/>
              </a:ext>
            </a:extLst>
          </p:cNvPr>
          <p:cNvSpPr txBox="1"/>
          <p:nvPr/>
        </p:nvSpPr>
        <p:spPr>
          <a:xfrm>
            <a:off x="260309" y="1079943"/>
            <a:ext cx="8613943" cy="400110"/>
          </a:xfrm>
          <a:prstGeom prst="rect">
            <a:avLst/>
          </a:prstGeom>
          <a:noFill/>
        </p:spPr>
        <p:txBody>
          <a:bodyPr wrap="square" rtlCol="0">
            <a:spAutoFit/>
          </a:bodyPr>
          <a:lstStyle/>
          <a:p>
            <a:r>
              <a:rPr lang="en-US" altLang="zh-CN" sz="2000" b="1" dirty="0">
                <a:latin typeface="+mj-lt"/>
              </a:rPr>
              <a:t>If the state of a substance lies at the point indicated, which of the following is true?</a:t>
            </a:r>
            <a:endParaRPr lang="en-US" altLang="zh-CN" sz="2400" b="1" dirty="0"/>
          </a:p>
        </p:txBody>
      </p:sp>
      <p:sp>
        <p:nvSpPr>
          <p:cNvPr id="11" name="Freeform 12">
            <a:extLst>
              <a:ext uri="{FF2B5EF4-FFF2-40B4-BE49-F238E27FC236}">
                <a16:creationId xmlns:a16="http://schemas.microsoft.com/office/drawing/2014/main" id="{D66669A0-8FBD-476F-9775-C3BCB2CC2FDE}"/>
              </a:ext>
            </a:extLst>
          </p:cNvPr>
          <p:cNvSpPr/>
          <p:nvPr/>
        </p:nvSpPr>
        <p:spPr>
          <a:xfrm>
            <a:off x="1861330" y="2153920"/>
            <a:ext cx="3576471" cy="1737747"/>
          </a:xfrm>
          <a:custGeom>
            <a:avLst/>
            <a:gdLst>
              <a:gd name="connsiteX0" fmla="*/ 751840 w 3322320"/>
              <a:gd name="connsiteY0" fmla="*/ 1737360 h 1737360"/>
              <a:gd name="connsiteX1" fmla="*/ 294640 w 3322320"/>
              <a:gd name="connsiteY1" fmla="*/ 1737360 h 1737360"/>
              <a:gd name="connsiteX2" fmla="*/ 0 w 3322320"/>
              <a:gd name="connsiteY2" fmla="*/ 1087120 h 1737360"/>
              <a:gd name="connsiteX3" fmla="*/ 10160 w 3322320"/>
              <a:gd name="connsiteY3" fmla="*/ 975360 h 1737360"/>
              <a:gd name="connsiteX4" fmla="*/ 20320 w 3322320"/>
              <a:gd name="connsiteY4" fmla="*/ 40640 h 1737360"/>
              <a:gd name="connsiteX5" fmla="*/ 3322320 w 3322320"/>
              <a:gd name="connsiteY5" fmla="*/ 0 h 1737360"/>
              <a:gd name="connsiteX6" fmla="*/ 3322320 w 3322320"/>
              <a:gd name="connsiteY6" fmla="*/ 1706880 h 1737360"/>
              <a:gd name="connsiteX7" fmla="*/ 751840 w 3322320"/>
              <a:gd name="connsiteY7" fmla="*/ 1737360 h 1737360"/>
              <a:gd name="connsiteX0" fmla="*/ 751840 w 3322320"/>
              <a:gd name="connsiteY0" fmla="*/ 1737360 h 1737360"/>
              <a:gd name="connsiteX1" fmla="*/ 294640 w 3322320"/>
              <a:gd name="connsiteY1" fmla="*/ 1737360 h 1737360"/>
              <a:gd name="connsiteX2" fmla="*/ 0 w 3322320"/>
              <a:gd name="connsiteY2" fmla="*/ 1087120 h 1737360"/>
              <a:gd name="connsiteX3" fmla="*/ 20320 w 3322320"/>
              <a:gd name="connsiteY3" fmla="*/ 40640 h 1737360"/>
              <a:gd name="connsiteX4" fmla="*/ 3322320 w 3322320"/>
              <a:gd name="connsiteY4" fmla="*/ 0 h 1737360"/>
              <a:gd name="connsiteX5" fmla="*/ 3322320 w 3322320"/>
              <a:gd name="connsiteY5" fmla="*/ 1706880 h 1737360"/>
              <a:gd name="connsiteX6" fmla="*/ 751840 w 3322320"/>
              <a:gd name="connsiteY6" fmla="*/ 1737360 h 1737360"/>
              <a:gd name="connsiteX0" fmla="*/ 993870 w 3564350"/>
              <a:gd name="connsiteY0" fmla="*/ 1737360 h 1737360"/>
              <a:gd name="connsiteX1" fmla="*/ 536670 w 3564350"/>
              <a:gd name="connsiteY1" fmla="*/ 1737360 h 1737360"/>
              <a:gd name="connsiteX2" fmla="*/ 242030 w 3564350"/>
              <a:gd name="connsiteY2" fmla="*/ 1087120 h 1737360"/>
              <a:gd name="connsiteX3" fmla="*/ 262350 w 3564350"/>
              <a:gd name="connsiteY3" fmla="*/ 40640 h 1737360"/>
              <a:gd name="connsiteX4" fmla="*/ 3564350 w 3564350"/>
              <a:gd name="connsiteY4" fmla="*/ 0 h 1737360"/>
              <a:gd name="connsiteX5" fmla="*/ 3564350 w 3564350"/>
              <a:gd name="connsiteY5" fmla="*/ 1706880 h 1737360"/>
              <a:gd name="connsiteX6" fmla="*/ 993870 w 3564350"/>
              <a:gd name="connsiteY6" fmla="*/ 1737360 h 1737360"/>
              <a:gd name="connsiteX0" fmla="*/ 986550 w 3557030"/>
              <a:gd name="connsiteY0" fmla="*/ 1737360 h 1737360"/>
              <a:gd name="connsiteX1" fmla="*/ 529350 w 3557030"/>
              <a:gd name="connsiteY1" fmla="*/ 1737360 h 1737360"/>
              <a:gd name="connsiteX2" fmla="*/ 234710 w 3557030"/>
              <a:gd name="connsiteY2" fmla="*/ 1087120 h 1737360"/>
              <a:gd name="connsiteX3" fmla="*/ 255030 w 3557030"/>
              <a:gd name="connsiteY3" fmla="*/ 40640 h 1737360"/>
              <a:gd name="connsiteX4" fmla="*/ 3557030 w 3557030"/>
              <a:gd name="connsiteY4" fmla="*/ 0 h 1737360"/>
              <a:gd name="connsiteX5" fmla="*/ 3557030 w 3557030"/>
              <a:gd name="connsiteY5" fmla="*/ 1706880 h 1737360"/>
              <a:gd name="connsiteX6" fmla="*/ 986550 w 3557030"/>
              <a:gd name="connsiteY6" fmla="*/ 1737360 h 1737360"/>
              <a:gd name="connsiteX0" fmla="*/ 756068 w 3326548"/>
              <a:gd name="connsiteY0" fmla="*/ 1737360 h 1737360"/>
              <a:gd name="connsiteX1" fmla="*/ 298868 w 3326548"/>
              <a:gd name="connsiteY1" fmla="*/ 1737360 h 1737360"/>
              <a:gd name="connsiteX2" fmla="*/ 4228 w 3326548"/>
              <a:gd name="connsiteY2" fmla="*/ 1087120 h 1737360"/>
              <a:gd name="connsiteX3" fmla="*/ 24548 w 3326548"/>
              <a:gd name="connsiteY3" fmla="*/ 40640 h 1737360"/>
              <a:gd name="connsiteX4" fmla="*/ 3326548 w 3326548"/>
              <a:gd name="connsiteY4" fmla="*/ 0 h 1737360"/>
              <a:gd name="connsiteX5" fmla="*/ 3326548 w 3326548"/>
              <a:gd name="connsiteY5" fmla="*/ 1706880 h 1737360"/>
              <a:gd name="connsiteX6" fmla="*/ 756068 w 3326548"/>
              <a:gd name="connsiteY6" fmla="*/ 1737360 h 1737360"/>
              <a:gd name="connsiteX0" fmla="*/ 756068 w 3326548"/>
              <a:gd name="connsiteY0" fmla="*/ 1737360 h 1737360"/>
              <a:gd name="connsiteX1" fmla="*/ 298868 w 3326548"/>
              <a:gd name="connsiteY1" fmla="*/ 1737360 h 1737360"/>
              <a:gd name="connsiteX2" fmla="*/ 4228 w 3326548"/>
              <a:gd name="connsiteY2" fmla="*/ 1087120 h 1737360"/>
              <a:gd name="connsiteX3" fmla="*/ 24548 w 3326548"/>
              <a:gd name="connsiteY3" fmla="*/ 40640 h 1737360"/>
              <a:gd name="connsiteX4" fmla="*/ 3326548 w 3326548"/>
              <a:gd name="connsiteY4" fmla="*/ 0 h 1737360"/>
              <a:gd name="connsiteX5" fmla="*/ 3326548 w 3326548"/>
              <a:gd name="connsiteY5" fmla="*/ 1706880 h 1737360"/>
              <a:gd name="connsiteX6" fmla="*/ 756068 w 3326548"/>
              <a:gd name="connsiteY6" fmla="*/ 1737360 h 1737360"/>
              <a:gd name="connsiteX0" fmla="*/ 764386 w 3334866"/>
              <a:gd name="connsiteY0" fmla="*/ 1737360 h 1737360"/>
              <a:gd name="connsiteX1" fmla="*/ 307186 w 3334866"/>
              <a:gd name="connsiteY1" fmla="*/ 1737360 h 1737360"/>
              <a:gd name="connsiteX2" fmla="*/ 12546 w 3334866"/>
              <a:gd name="connsiteY2" fmla="*/ 1087120 h 1737360"/>
              <a:gd name="connsiteX3" fmla="*/ 32866 w 3334866"/>
              <a:gd name="connsiteY3" fmla="*/ 40640 h 1737360"/>
              <a:gd name="connsiteX4" fmla="*/ 3334866 w 3334866"/>
              <a:gd name="connsiteY4" fmla="*/ 0 h 1737360"/>
              <a:gd name="connsiteX5" fmla="*/ 3334866 w 3334866"/>
              <a:gd name="connsiteY5" fmla="*/ 1706880 h 1737360"/>
              <a:gd name="connsiteX6" fmla="*/ 764386 w 3334866"/>
              <a:gd name="connsiteY6" fmla="*/ 1737360 h 1737360"/>
              <a:gd name="connsiteX0" fmla="*/ 736853 w 3307333"/>
              <a:gd name="connsiteY0" fmla="*/ 1737360 h 1737360"/>
              <a:gd name="connsiteX1" fmla="*/ 279653 w 3307333"/>
              <a:gd name="connsiteY1" fmla="*/ 1737360 h 1737360"/>
              <a:gd name="connsiteX2" fmla="*/ 25653 w 3307333"/>
              <a:gd name="connsiteY2" fmla="*/ 1097280 h 1737360"/>
              <a:gd name="connsiteX3" fmla="*/ 5333 w 3307333"/>
              <a:gd name="connsiteY3" fmla="*/ 40640 h 1737360"/>
              <a:gd name="connsiteX4" fmla="*/ 3307333 w 3307333"/>
              <a:gd name="connsiteY4" fmla="*/ 0 h 1737360"/>
              <a:gd name="connsiteX5" fmla="*/ 3307333 w 3307333"/>
              <a:gd name="connsiteY5" fmla="*/ 1706880 h 1737360"/>
              <a:gd name="connsiteX6" fmla="*/ 736853 w 3307333"/>
              <a:gd name="connsiteY6" fmla="*/ 1737360 h 1737360"/>
              <a:gd name="connsiteX0" fmla="*/ 736853 w 3307333"/>
              <a:gd name="connsiteY0" fmla="*/ 1737360 h 1785922"/>
              <a:gd name="connsiteX1" fmla="*/ 279653 w 3307333"/>
              <a:gd name="connsiteY1" fmla="*/ 1737360 h 1785922"/>
              <a:gd name="connsiteX2" fmla="*/ 25653 w 3307333"/>
              <a:gd name="connsiteY2" fmla="*/ 1097280 h 1785922"/>
              <a:gd name="connsiteX3" fmla="*/ 5333 w 3307333"/>
              <a:gd name="connsiteY3" fmla="*/ 40640 h 1785922"/>
              <a:gd name="connsiteX4" fmla="*/ 3307333 w 3307333"/>
              <a:gd name="connsiteY4" fmla="*/ 0 h 1785922"/>
              <a:gd name="connsiteX5" fmla="*/ 3307333 w 3307333"/>
              <a:gd name="connsiteY5" fmla="*/ 1706880 h 1785922"/>
              <a:gd name="connsiteX6" fmla="*/ 736853 w 3307333"/>
              <a:gd name="connsiteY6" fmla="*/ 1737360 h 1785922"/>
              <a:gd name="connsiteX0" fmla="*/ 741051 w 3311531"/>
              <a:gd name="connsiteY0" fmla="*/ 1737360 h 1742259"/>
              <a:gd name="connsiteX1" fmla="*/ 294042 w 3311531"/>
              <a:gd name="connsiteY1" fmla="*/ 1656080 h 1742259"/>
              <a:gd name="connsiteX2" fmla="*/ 29851 w 3311531"/>
              <a:gd name="connsiteY2" fmla="*/ 1097280 h 1742259"/>
              <a:gd name="connsiteX3" fmla="*/ 9531 w 3311531"/>
              <a:gd name="connsiteY3" fmla="*/ 40640 h 1742259"/>
              <a:gd name="connsiteX4" fmla="*/ 3311531 w 3311531"/>
              <a:gd name="connsiteY4" fmla="*/ 0 h 1742259"/>
              <a:gd name="connsiteX5" fmla="*/ 3311531 w 3311531"/>
              <a:gd name="connsiteY5" fmla="*/ 1706880 h 1742259"/>
              <a:gd name="connsiteX6" fmla="*/ 741051 w 3311531"/>
              <a:gd name="connsiteY6" fmla="*/ 1737360 h 1742259"/>
              <a:gd name="connsiteX0" fmla="*/ 741051 w 3311531"/>
              <a:gd name="connsiteY0" fmla="*/ 1737360 h 1737747"/>
              <a:gd name="connsiteX1" fmla="*/ 294042 w 3311531"/>
              <a:gd name="connsiteY1" fmla="*/ 1656080 h 1737747"/>
              <a:gd name="connsiteX2" fmla="*/ 29851 w 3311531"/>
              <a:gd name="connsiteY2" fmla="*/ 1097280 h 1737747"/>
              <a:gd name="connsiteX3" fmla="*/ 9531 w 3311531"/>
              <a:gd name="connsiteY3" fmla="*/ 40640 h 1737747"/>
              <a:gd name="connsiteX4" fmla="*/ 3311531 w 3311531"/>
              <a:gd name="connsiteY4" fmla="*/ 0 h 1737747"/>
              <a:gd name="connsiteX5" fmla="*/ 3311531 w 3311531"/>
              <a:gd name="connsiteY5" fmla="*/ 1706880 h 1737747"/>
              <a:gd name="connsiteX6" fmla="*/ 741051 w 3311531"/>
              <a:gd name="connsiteY6" fmla="*/ 1737360 h 1737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1531" h="1737747">
                <a:moveTo>
                  <a:pt x="741051" y="1737360"/>
                </a:moveTo>
                <a:cubicBezTo>
                  <a:pt x="582943" y="1732280"/>
                  <a:pt x="412575" y="1762760"/>
                  <a:pt x="294042" y="1656080"/>
                </a:cubicBezTo>
                <a:cubicBezTo>
                  <a:pt x="175509" y="1549400"/>
                  <a:pt x="77269" y="1366520"/>
                  <a:pt x="29851" y="1097280"/>
                </a:cubicBezTo>
                <a:cubicBezTo>
                  <a:pt x="-17567" y="828040"/>
                  <a:pt x="4451" y="506307"/>
                  <a:pt x="9531" y="40640"/>
                </a:cubicBezTo>
                <a:lnTo>
                  <a:pt x="3311531" y="0"/>
                </a:lnTo>
                <a:lnTo>
                  <a:pt x="3311531" y="1706880"/>
                </a:lnTo>
                <a:lnTo>
                  <a:pt x="741051" y="1737360"/>
                </a:lnTo>
                <a:close/>
              </a:path>
            </a:pathLst>
          </a:custGeom>
          <a:gradFill flip="none" rotWithShape="1">
            <a:gsLst>
              <a:gs pos="100000">
                <a:schemeClr val="accent1">
                  <a:lumMod val="5000"/>
                  <a:lumOff val="95000"/>
                </a:schemeClr>
              </a:gs>
              <a:gs pos="0">
                <a:schemeClr val="accent1">
                  <a:lumMod val="45000"/>
                  <a:lumOff val="55000"/>
                </a:schemeClr>
              </a:gs>
              <a:gs pos="43000">
                <a:schemeClr val="accent1">
                  <a:lumMod val="30000"/>
                  <a:lumOff val="70000"/>
                </a:schemeClr>
              </a:gs>
            </a:gsLst>
            <a:path path="circle">
              <a:fillToRect l="50000" t="50000" r="50000" b="50000"/>
            </a:path>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12" name="Freeform 3">
            <a:extLst>
              <a:ext uri="{FF2B5EF4-FFF2-40B4-BE49-F238E27FC236}">
                <a16:creationId xmlns:a16="http://schemas.microsoft.com/office/drawing/2014/main" id="{8ED10B1B-4DE1-4642-B25C-2EAAEB72857F}"/>
              </a:ext>
            </a:extLst>
          </p:cNvPr>
          <p:cNvSpPr/>
          <p:nvPr/>
        </p:nvSpPr>
        <p:spPr>
          <a:xfrm>
            <a:off x="1486408" y="3931789"/>
            <a:ext cx="4006427" cy="1778133"/>
          </a:xfrm>
          <a:custGeom>
            <a:avLst/>
            <a:gdLst>
              <a:gd name="connsiteX0" fmla="*/ 0 w 3698240"/>
              <a:gd name="connsiteY0" fmla="*/ 1771829 h 1853109"/>
              <a:gd name="connsiteX1" fmla="*/ 426720 w 3698240"/>
              <a:gd name="connsiteY1" fmla="*/ 664389 h 1853109"/>
              <a:gd name="connsiteX2" fmla="*/ 1178560 w 3698240"/>
              <a:gd name="connsiteY2" fmla="*/ 3989 h 1853109"/>
              <a:gd name="connsiteX3" fmla="*/ 2011680 w 3698240"/>
              <a:gd name="connsiteY3" fmla="*/ 959029 h 1853109"/>
              <a:gd name="connsiteX4" fmla="*/ 2753360 w 3698240"/>
              <a:gd name="connsiteY4" fmla="*/ 1660069 h 1853109"/>
              <a:gd name="connsiteX5" fmla="*/ 3698240 w 3698240"/>
              <a:gd name="connsiteY5" fmla="*/ 1853109 h 1853109"/>
              <a:gd name="connsiteX0" fmla="*/ 0 w 3698240"/>
              <a:gd name="connsiteY0" fmla="*/ 1771829 h 1853109"/>
              <a:gd name="connsiteX1" fmla="*/ 426720 w 3698240"/>
              <a:gd name="connsiteY1" fmla="*/ 664389 h 1853109"/>
              <a:gd name="connsiteX2" fmla="*/ 1097280 w 3698240"/>
              <a:gd name="connsiteY2" fmla="*/ 3989 h 1853109"/>
              <a:gd name="connsiteX3" fmla="*/ 2011680 w 3698240"/>
              <a:gd name="connsiteY3" fmla="*/ 959029 h 1853109"/>
              <a:gd name="connsiteX4" fmla="*/ 2753360 w 3698240"/>
              <a:gd name="connsiteY4" fmla="*/ 1660069 h 1853109"/>
              <a:gd name="connsiteX5" fmla="*/ 3698240 w 3698240"/>
              <a:gd name="connsiteY5" fmla="*/ 1853109 h 1853109"/>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656084 h 1849124"/>
              <a:gd name="connsiteX5" fmla="*/ 3698240 w 3698240"/>
              <a:gd name="connsiteY5" fmla="*/ 1849124 h 1849124"/>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656084 h 1849124"/>
              <a:gd name="connsiteX5" fmla="*/ 3698240 w 3698240"/>
              <a:gd name="connsiteY5" fmla="*/ 1849124 h 1849124"/>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554484 h 1849124"/>
              <a:gd name="connsiteX5" fmla="*/ 3698240 w 3698240"/>
              <a:gd name="connsiteY5" fmla="*/ 1849124 h 1849124"/>
              <a:gd name="connsiteX0" fmla="*/ 0 w 3698240"/>
              <a:gd name="connsiteY0" fmla="*/ 1767844 h 1778004"/>
              <a:gd name="connsiteX1" fmla="*/ 426720 w 3698240"/>
              <a:gd name="connsiteY1" fmla="*/ 660404 h 1778004"/>
              <a:gd name="connsiteX2" fmla="*/ 1097280 w 3698240"/>
              <a:gd name="connsiteY2" fmla="*/ 4 h 1778004"/>
              <a:gd name="connsiteX3" fmla="*/ 2011680 w 3698240"/>
              <a:gd name="connsiteY3" fmla="*/ 955044 h 1778004"/>
              <a:gd name="connsiteX4" fmla="*/ 2753360 w 3698240"/>
              <a:gd name="connsiteY4" fmla="*/ 1554484 h 1778004"/>
              <a:gd name="connsiteX5" fmla="*/ 3698240 w 3698240"/>
              <a:gd name="connsiteY5" fmla="*/ 1778004 h 1778004"/>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973 h 1778133"/>
              <a:gd name="connsiteX1" fmla="*/ 426720 w 3698240"/>
              <a:gd name="connsiteY1" fmla="*/ 660533 h 1778133"/>
              <a:gd name="connsiteX2" fmla="*/ 1097280 w 3698240"/>
              <a:gd name="connsiteY2" fmla="*/ 133 h 1778133"/>
              <a:gd name="connsiteX3" fmla="*/ 2011680 w 3698240"/>
              <a:gd name="connsiteY3" fmla="*/ 955173 h 1778133"/>
              <a:gd name="connsiteX4" fmla="*/ 2753360 w 3698240"/>
              <a:gd name="connsiteY4" fmla="*/ 1554613 h 1778133"/>
              <a:gd name="connsiteX5" fmla="*/ 3698240 w 3698240"/>
              <a:gd name="connsiteY5" fmla="*/ 1778133 h 1778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8240" h="1778133">
                <a:moveTo>
                  <a:pt x="0" y="1767973"/>
                </a:moveTo>
                <a:cubicBezTo>
                  <a:pt x="115146" y="1361573"/>
                  <a:pt x="325120" y="853573"/>
                  <a:pt x="426720" y="660533"/>
                </a:cubicBezTo>
                <a:cubicBezTo>
                  <a:pt x="528320" y="467493"/>
                  <a:pt x="680720" y="11986"/>
                  <a:pt x="1097280" y="133"/>
                </a:cubicBezTo>
                <a:cubicBezTo>
                  <a:pt x="1513840" y="-11720"/>
                  <a:pt x="1867747" y="767213"/>
                  <a:pt x="2011680" y="955173"/>
                </a:cubicBezTo>
                <a:cubicBezTo>
                  <a:pt x="2155613" y="1143133"/>
                  <a:pt x="2472267" y="1417453"/>
                  <a:pt x="2753360" y="1554613"/>
                </a:cubicBezTo>
                <a:cubicBezTo>
                  <a:pt x="3034453" y="1691773"/>
                  <a:pt x="3366346" y="1756119"/>
                  <a:pt x="3698240" y="1778133"/>
                </a:cubicBezTo>
              </a:path>
            </a:pathLst>
          </a:cu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E7F3A1F-2A45-453E-89EE-E99550A74070}"/>
              </a:ext>
            </a:extLst>
          </p:cNvPr>
          <p:cNvSpPr txBox="1"/>
          <p:nvPr/>
        </p:nvSpPr>
        <p:spPr>
          <a:xfrm>
            <a:off x="250093" y="3859014"/>
            <a:ext cx="364202" cy="523220"/>
          </a:xfrm>
          <a:prstGeom prst="rect">
            <a:avLst/>
          </a:prstGeom>
          <a:noFill/>
        </p:spPr>
        <p:txBody>
          <a:bodyPr wrap="none" rtlCol="0">
            <a:spAutoFit/>
          </a:bodyPr>
          <a:lstStyle/>
          <a:p>
            <a:r>
              <a:rPr lang="en-US" sz="2800">
                <a:latin typeface="Times New Roman" charset="0"/>
                <a:ea typeface="Times New Roman" charset="0"/>
                <a:cs typeface="Times New Roman" charset="0"/>
              </a:rPr>
              <a:t>p</a:t>
            </a:r>
          </a:p>
        </p:txBody>
      </p:sp>
      <p:sp>
        <p:nvSpPr>
          <p:cNvPr id="15" name="TextBox 14">
            <a:extLst>
              <a:ext uri="{FF2B5EF4-FFF2-40B4-BE49-F238E27FC236}">
                <a16:creationId xmlns:a16="http://schemas.microsoft.com/office/drawing/2014/main" id="{B59205BB-5770-4478-8738-C62DCE630462}"/>
              </a:ext>
            </a:extLst>
          </p:cNvPr>
          <p:cNvSpPr txBox="1"/>
          <p:nvPr/>
        </p:nvSpPr>
        <p:spPr>
          <a:xfrm>
            <a:off x="3348010" y="5933440"/>
            <a:ext cx="364202" cy="523220"/>
          </a:xfrm>
          <a:prstGeom prst="rect">
            <a:avLst/>
          </a:prstGeom>
          <a:noFill/>
        </p:spPr>
        <p:txBody>
          <a:bodyPr wrap="none" rtlCol="0">
            <a:spAutoFit/>
          </a:bodyPr>
          <a:lstStyle/>
          <a:p>
            <a:r>
              <a:rPr lang="en-US" sz="2800" dirty="0">
                <a:latin typeface="Times New Roman" charset="0"/>
                <a:ea typeface="Times New Roman" charset="0"/>
                <a:cs typeface="Times New Roman" charset="0"/>
              </a:rPr>
              <a:t>v</a:t>
            </a:r>
          </a:p>
        </p:txBody>
      </p:sp>
      <p:sp>
        <p:nvSpPr>
          <p:cNvPr id="16" name="Freeform 9">
            <a:extLst>
              <a:ext uri="{FF2B5EF4-FFF2-40B4-BE49-F238E27FC236}">
                <a16:creationId xmlns:a16="http://schemas.microsoft.com/office/drawing/2014/main" id="{21FFE45D-BF60-4D7A-B43E-DF6064E9160C}"/>
              </a:ext>
            </a:extLst>
          </p:cNvPr>
          <p:cNvSpPr/>
          <p:nvPr/>
        </p:nvSpPr>
        <p:spPr>
          <a:xfrm>
            <a:off x="1442382" y="3891280"/>
            <a:ext cx="1210733" cy="1818640"/>
          </a:xfrm>
          <a:custGeom>
            <a:avLst/>
            <a:gdLst>
              <a:gd name="connsiteX0" fmla="*/ 91440 w 1117600"/>
              <a:gd name="connsiteY0" fmla="*/ 1818640 h 1818640"/>
              <a:gd name="connsiteX1" fmla="*/ 0 w 1117600"/>
              <a:gd name="connsiteY1" fmla="*/ 1788160 h 1818640"/>
              <a:gd name="connsiteX2" fmla="*/ 182880 w 1117600"/>
              <a:gd name="connsiteY2" fmla="*/ 1239520 h 1818640"/>
              <a:gd name="connsiteX3" fmla="*/ 284480 w 1117600"/>
              <a:gd name="connsiteY3" fmla="*/ 985520 h 1818640"/>
              <a:gd name="connsiteX4" fmla="*/ 436880 w 1117600"/>
              <a:gd name="connsiteY4" fmla="*/ 650240 h 1818640"/>
              <a:gd name="connsiteX5" fmla="*/ 599440 w 1117600"/>
              <a:gd name="connsiteY5" fmla="*/ 355600 h 1818640"/>
              <a:gd name="connsiteX6" fmla="*/ 772160 w 1117600"/>
              <a:gd name="connsiteY6" fmla="*/ 121920 h 1818640"/>
              <a:gd name="connsiteX7" fmla="*/ 955040 w 1117600"/>
              <a:gd name="connsiteY7" fmla="*/ 20320 h 1818640"/>
              <a:gd name="connsiteX8" fmla="*/ 1087120 w 1117600"/>
              <a:gd name="connsiteY8" fmla="*/ 0 h 1818640"/>
              <a:gd name="connsiteX9" fmla="*/ 1087120 w 1117600"/>
              <a:gd name="connsiteY9" fmla="*/ 0 h 1818640"/>
              <a:gd name="connsiteX10" fmla="*/ 1117600 w 1117600"/>
              <a:gd name="connsiteY10" fmla="*/ 81280 h 1818640"/>
              <a:gd name="connsiteX11" fmla="*/ 985520 w 1117600"/>
              <a:gd name="connsiteY11" fmla="*/ 111760 h 1818640"/>
              <a:gd name="connsiteX12" fmla="*/ 863600 w 1117600"/>
              <a:gd name="connsiteY12" fmla="*/ 162560 h 1818640"/>
              <a:gd name="connsiteX13" fmla="*/ 772160 w 1117600"/>
              <a:gd name="connsiteY13" fmla="*/ 274320 h 1818640"/>
              <a:gd name="connsiteX14" fmla="*/ 701040 w 1117600"/>
              <a:gd name="connsiteY14" fmla="*/ 355600 h 1818640"/>
              <a:gd name="connsiteX15" fmla="*/ 629920 w 1117600"/>
              <a:gd name="connsiteY15" fmla="*/ 457200 h 1818640"/>
              <a:gd name="connsiteX16" fmla="*/ 528320 w 1117600"/>
              <a:gd name="connsiteY16" fmla="*/ 670560 h 1818640"/>
              <a:gd name="connsiteX17" fmla="*/ 447040 w 1117600"/>
              <a:gd name="connsiteY17" fmla="*/ 863600 h 1818640"/>
              <a:gd name="connsiteX18" fmla="*/ 335280 w 1117600"/>
              <a:gd name="connsiteY18" fmla="*/ 1107440 h 1818640"/>
              <a:gd name="connsiteX19" fmla="*/ 264160 w 1117600"/>
              <a:gd name="connsiteY19" fmla="*/ 1290320 h 1818640"/>
              <a:gd name="connsiteX20" fmla="*/ 152400 w 1117600"/>
              <a:gd name="connsiteY20" fmla="*/ 1584960 h 1818640"/>
              <a:gd name="connsiteX21" fmla="*/ 91440 w 1117600"/>
              <a:gd name="connsiteY21" fmla="*/ 1818640 h 181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7600" h="1818640">
                <a:moveTo>
                  <a:pt x="91440" y="1818640"/>
                </a:moveTo>
                <a:lnTo>
                  <a:pt x="0" y="1788160"/>
                </a:lnTo>
                <a:lnTo>
                  <a:pt x="182880" y="1239520"/>
                </a:lnTo>
                <a:lnTo>
                  <a:pt x="284480" y="985520"/>
                </a:lnTo>
                <a:lnTo>
                  <a:pt x="436880" y="650240"/>
                </a:lnTo>
                <a:lnTo>
                  <a:pt x="599440" y="355600"/>
                </a:lnTo>
                <a:lnTo>
                  <a:pt x="772160" y="121920"/>
                </a:lnTo>
                <a:lnTo>
                  <a:pt x="955040" y="20320"/>
                </a:lnTo>
                <a:lnTo>
                  <a:pt x="1087120" y="0"/>
                </a:lnTo>
                <a:lnTo>
                  <a:pt x="1087120" y="0"/>
                </a:lnTo>
                <a:lnTo>
                  <a:pt x="1117600" y="81280"/>
                </a:lnTo>
                <a:lnTo>
                  <a:pt x="985520" y="111760"/>
                </a:lnTo>
                <a:lnTo>
                  <a:pt x="863600" y="162560"/>
                </a:lnTo>
                <a:lnTo>
                  <a:pt x="772160" y="274320"/>
                </a:lnTo>
                <a:lnTo>
                  <a:pt x="701040" y="355600"/>
                </a:lnTo>
                <a:lnTo>
                  <a:pt x="629920" y="457200"/>
                </a:lnTo>
                <a:lnTo>
                  <a:pt x="528320" y="670560"/>
                </a:lnTo>
                <a:lnTo>
                  <a:pt x="447040" y="863600"/>
                </a:lnTo>
                <a:lnTo>
                  <a:pt x="335280" y="1107440"/>
                </a:lnTo>
                <a:lnTo>
                  <a:pt x="264160" y="1290320"/>
                </a:lnTo>
                <a:lnTo>
                  <a:pt x="152400" y="1584960"/>
                </a:lnTo>
                <a:lnTo>
                  <a:pt x="91440" y="1818640"/>
                </a:lnTo>
                <a:close/>
              </a:path>
            </a:pathLst>
          </a:custGeom>
          <a:solidFill>
            <a:schemeClr val="tx2">
              <a:alpha val="4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Freeform 10">
            <a:extLst>
              <a:ext uri="{FF2B5EF4-FFF2-40B4-BE49-F238E27FC236}">
                <a16:creationId xmlns:a16="http://schemas.microsoft.com/office/drawing/2014/main" id="{1B396131-61BA-426F-974C-A376F17581B7}"/>
              </a:ext>
            </a:extLst>
          </p:cNvPr>
          <p:cNvSpPr/>
          <p:nvPr/>
        </p:nvSpPr>
        <p:spPr>
          <a:xfrm>
            <a:off x="2686135" y="3881120"/>
            <a:ext cx="2795693" cy="1889760"/>
          </a:xfrm>
          <a:custGeom>
            <a:avLst/>
            <a:gdLst>
              <a:gd name="connsiteX0" fmla="*/ 0 w 2580640"/>
              <a:gd name="connsiteY0" fmla="*/ 0 h 1889760"/>
              <a:gd name="connsiteX1" fmla="*/ 0 w 2580640"/>
              <a:gd name="connsiteY1" fmla="*/ 0 h 1889760"/>
              <a:gd name="connsiteX2" fmla="*/ 0 w 2580640"/>
              <a:gd name="connsiteY2" fmla="*/ 0 h 1889760"/>
              <a:gd name="connsiteX3" fmla="*/ 10160 w 2580640"/>
              <a:gd name="connsiteY3" fmla="*/ 101600 h 1889760"/>
              <a:gd name="connsiteX4" fmla="*/ 101600 w 2580640"/>
              <a:gd name="connsiteY4" fmla="*/ 111760 h 1889760"/>
              <a:gd name="connsiteX5" fmla="*/ 193040 w 2580640"/>
              <a:gd name="connsiteY5" fmla="*/ 162560 h 1889760"/>
              <a:gd name="connsiteX6" fmla="*/ 304800 w 2580640"/>
              <a:gd name="connsiteY6" fmla="*/ 254000 h 1889760"/>
              <a:gd name="connsiteX7" fmla="*/ 396240 w 2580640"/>
              <a:gd name="connsiteY7" fmla="*/ 345440 h 1889760"/>
              <a:gd name="connsiteX8" fmla="*/ 508000 w 2580640"/>
              <a:gd name="connsiteY8" fmla="*/ 477520 h 1889760"/>
              <a:gd name="connsiteX9" fmla="*/ 599440 w 2580640"/>
              <a:gd name="connsiteY9" fmla="*/ 629920 h 1889760"/>
              <a:gd name="connsiteX10" fmla="*/ 680720 w 2580640"/>
              <a:gd name="connsiteY10" fmla="*/ 751840 h 1889760"/>
              <a:gd name="connsiteX11" fmla="*/ 741680 w 2580640"/>
              <a:gd name="connsiteY11" fmla="*/ 873760 h 1889760"/>
              <a:gd name="connsiteX12" fmla="*/ 853440 w 2580640"/>
              <a:gd name="connsiteY12" fmla="*/ 1036320 h 1889760"/>
              <a:gd name="connsiteX13" fmla="*/ 955040 w 2580640"/>
              <a:gd name="connsiteY13" fmla="*/ 1148080 h 1889760"/>
              <a:gd name="connsiteX14" fmla="*/ 1076960 w 2580640"/>
              <a:gd name="connsiteY14" fmla="*/ 1280160 h 1889760"/>
              <a:gd name="connsiteX15" fmla="*/ 1249680 w 2580640"/>
              <a:gd name="connsiteY15" fmla="*/ 1412240 h 1889760"/>
              <a:gd name="connsiteX16" fmla="*/ 1412240 w 2580640"/>
              <a:gd name="connsiteY16" fmla="*/ 1544320 h 1889760"/>
              <a:gd name="connsiteX17" fmla="*/ 1574800 w 2580640"/>
              <a:gd name="connsiteY17" fmla="*/ 1635760 h 1889760"/>
              <a:gd name="connsiteX18" fmla="*/ 1788160 w 2580640"/>
              <a:gd name="connsiteY18" fmla="*/ 1727200 h 1889760"/>
              <a:gd name="connsiteX19" fmla="*/ 1930400 w 2580640"/>
              <a:gd name="connsiteY19" fmla="*/ 1778000 h 1889760"/>
              <a:gd name="connsiteX20" fmla="*/ 2143760 w 2580640"/>
              <a:gd name="connsiteY20" fmla="*/ 1828800 h 1889760"/>
              <a:gd name="connsiteX21" fmla="*/ 2326640 w 2580640"/>
              <a:gd name="connsiteY21" fmla="*/ 1859280 h 1889760"/>
              <a:gd name="connsiteX22" fmla="*/ 2580640 w 2580640"/>
              <a:gd name="connsiteY22" fmla="*/ 1889760 h 1889760"/>
              <a:gd name="connsiteX23" fmla="*/ 2580640 w 2580640"/>
              <a:gd name="connsiteY23" fmla="*/ 1788160 h 1889760"/>
              <a:gd name="connsiteX24" fmla="*/ 2357120 w 2580640"/>
              <a:gd name="connsiteY24" fmla="*/ 1767840 h 1889760"/>
              <a:gd name="connsiteX25" fmla="*/ 2113280 w 2580640"/>
              <a:gd name="connsiteY25" fmla="*/ 1717040 h 1889760"/>
              <a:gd name="connsiteX26" fmla="*/ 1950720 w 2580640"/>
              <a:gd name="connsiteY26" fmla="*/ 1666240 h 1889760"/>
              <a:gd name="connsiteX27" fmla="*/ 1696720 w 2580640"/>
              <a:gd name="connsiteY27" fmla="*/ 1584960 h 1889760"/>
              <a:gd name="connsiteX28" fmla="*/ 1524000 w 2580640"/>
              <a:gd name="connsiteY28" fmla="*/ 1483360 h 1889760"/>
              <a:gd name="connsiteX29" fmla="*/ 1361440 w 2580640"/>
              <a:gd name="connsiteY29" fmla="*/ 1361440 h 1889760"/>
              <a:gd name="connsiteX30" fmla="*/ 1178560 w 2580640"/>
              <a:gd name="connsiteY30" fmla="*/ 1239520 h 1889760"/>
              <a:gd name="connsiteX31" fmla="*/ 1046480 w 2580640"/>
              <a:gd name="connsiteY31" fmla="*/ 1076960 h 1889760"/>
              <a:gd name="connsiteX32" fmla="*/ 894080 w 2580640"/>
              <a:gd name="connsiteY32" fmla="*/ 894080 h 1889760"/>
              <a:gd name="connsiteX33" fmla="*/ 751840 w 2580640"/>
              <a:gd name="connsiteY33" fmla="*/ 660400 h 1889760"/>
              <a:gd name="connsiteX34" fmla="*/ 609600 w 2580640"/>
              <a:gd name="connsiteY34" fmla="*/ 416560 h 1889760"/>
              <a:gd name="connsiteX35" fmla="*/ 467360 w 2580640"/>
              <a:gd name="connsiteY35" fmla="*/ 233680 h 1889760"/>
              <a:gd name="connsiteX36" fmla="*/ 254000 w 2580640"/>
              <a:gd name="connsiteY36" fmla="*/ 60960 h 1889760"/>
              <a:gd name="connsiteX37" fmla="*/ 0 w 2580640"/>
              <a:gd name="connsiteY37" fmla="*/ 0 h 188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80640" h="1889760">
                <a:moveTo>
                  <a:pt x="0" y="0"/>
                </a:moveTo>
                <a:lnTo>
                  <a:pt x="0" y="0"/>
                </a:lnTo>
                <a:lnTo>
                  <a:pt x="0" y="0"/>
                </a:lnTo>
                <a:lnTo>
                  <a:pt x="10160" y="101600"/>
                </a:lnTo>
                <a:lnTo>
                  <a:pt x="101600" y="111760"/>
                </a:lnTo>
                <a:lnTo>
                  <a:pt x="193040" y="162560"/>
                </a:lnTo>
                <a:lnTo>
                  <a:pt x="304800" y="254000"/>
                </a:lnTo>
                <a:lnTo>
                  <a:pt x="396240" y="345440"/>
                </a:lnTo>
                <a:lnTo>
                  <a:pt x="508000" y="477520"/>
                </a:lnTo>
                <a:lnTo>
                  <a:pt x="599440" y="629920"/>
                </a:lnTo>
                <a:lnTo>
                  <a:pt x="680720" y="751840"/>
                </a:lnTo>
                <a:lnTo>
                  <a:pt x="741680" y="873760"/>
                </a:lnTo>
                <a:lnTo>
                  <a:pt x="853440" y="1036320"/>
                </a:lnTo>
                <a:lnTo>
                  <a:pt x="955040" y="1148080"/>
                </a:lnTo>
                <a:lnTo>
                  <a:pt x="1076960" y="1280160"/>
                </a:lnTo>
                <a:lnTo>
                  <a:pt x="1249680" y="1412240"/>
                </a:lnTo>
                <a:lnTo>
                  <a:pt x="1412240" y="1544320"/>
                </a:lnTo>
                <a:lnTo>
                  <a:pt x="1574800" y="1635760"/>
                </a:lnTo>
                <a:lnTo>
                  <a:pt x="1788160" y="1727200"/>
                </a:lnTo>
                <a:lnTo>
                  <a:pt x="1930400" y="1778000"/>
                </a:lnTo>
                <a:lnTo>
                  <a:pt x="2143760" y="1828800"/>
                </a:lnTo>
                <a:lnTo>
                  <a:pt x="2326640" y="1859280"/>
                </a:lnTo>
                <a:lnTo>
                  <a:pt x="2580640" y="1889760"/>
                </a:lnTo>
                <a:lnTo>
                  <a:pt x="2580640" y="1788160"/>
                </a:lnTo>
                <a:lnTo>
                  <a:pt x="2357120" y="1767840"/>
                </a:lnTo>
                <a:lnTo>
                  <a:pt x="2113280" y="1717040"/>
                </a:lnTo>
                <a:lnTo>
                  <a:pt x="1950720" y="1666240"/>
                </a:lnTo>
                <a:lnTo>
                  <a:pt x="1696720" y="1584960"/>
                </a:lnTo>
                <a:lnTo>
                  <a:pt x="1524000" y="1483360"/>
                </a:lnTo>
                <a:lnTo>
                  <a:pt x="1361440" y="1361440"/>
                </a:lnTo>
                <a:lnTo>
                  <a:pt x="1178560" y="1239520"/>
                </a:lnTo>
                <a:lnTo>
                  <a:pt x="1046480" y="1076960"/>
                </a:lnTo>
                <a:lnTo>
                  <a:pt x="894080" y="894080"/>
                </a:lnTo>
                <a:lnTo>
                  <a:pt x="751840" y="660400"/>
                </a:lnTo>
                <a:lnTo>
                  <a:pt x="609600" y="416560"/>
                </a:lnTo>
                <a:lnTo>
                  <a:pt x="467360" y="233680"/>
                </a:lnTo>
                <a:lnTo>
                  <a:pt x="254000" y="60960"/>
                </a:lnTo>
                <a:lnTo>
                  <a:pt x="0" y="0"/>
                </a:lnTo>
                <a:close/>
              </a:path>
            </a:pathLst>
          </a:custGeom>
          <a:solidFill>
            <a:schemeClr val="accent6">
              <a:alpha val="4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Freeform 13">
            <a:extLst>
              <a:ext uri="{FF2B5EF4-FFF2-40B4-BE49-F238E27FC236}">
                <a16:creationId xmlns:a16="http://schemas.microsoft.com/office/drawing/2014/main" id="{13B1684E-26ED-4EAC-AF36-47D39DDE3F61}"/>
              </a:ext>
            </a:extLst>
          </p:cNvPr>
          <p:cNvSpPr/>
          <p:nvPr/>
        </p:nvSpPr>
        <p:spPr>
          <a:xfrm>
            <a:off x="2752175" y="3860800"/>
            <a:ext cx="2696633" cy="1788160"/>
          </a:xfrm>
          <a:custGeom>
            <a:avLst/>
            <a:gdLst>
              <a:gd name="connsiteX0" fmla="*/ 2448560 w 2489200"/>
              <a:gd name="connsiteY0" fmla="*/ 0 h 1788160"/>
              <a:gd name="connsiteX1" fmla="*/ 0 w 2489200"/>
              <a:gd name="connsiteY1" fmla="*/ 20320 h 1788160"/>
              <a:gd name="connsiteX2" fmla="*/ 203200 w 2489200"/>
              <a:gd name="connsiteY2" fmla="*/ 81280 h 1788160"/>
              <a:gd name="connsiteX3" fmla="*/ 325120 w 2489200"/>
              <a:gd name="connsiteY3" fmla="*/ 203200 h 1788160"/>
              <a:gd name="connsiteX4" fmla="*/ 477520 w 2489200"/>
              <a:gd name="connsiteY4" fmla="*/ 345440 h 1788160"/>
              <a:gd name="connsiteX5" fmla="*/ 619760 w 2489200"/>
              <a:gd name="connsiteY5" fmla="*/ 548640 h 1788160"/>
              <a:gd name="connsiteX6" fmla="*/ 751840 w 2489200"/>
              <a:gd name="connsiteY6" fmla="*/ 822960 h 1788160"/>
              <a:gd name="connsiteX7" fmla="*/ 904240 w 2489200"/>
              <a:gd name="connsiteY7" fmla="*/ 1016000 h 1788160"/>
              <a:gd name="connsiteX8" fmla="*/ 1107440 w 2489200"/>
              <a:gd name="connsiteY8" fmla="*/ 1239520 h 1788160"/>
              <a:gd name="connsiteX9" fmla="*/ 1432560 w 2489200"/>
              <a:gd name="connsiteY9" fmla="*/ 1463040 h 1788160"/>
              <a:gd name="connsiteX10" fmla="*/ 1696720 w 2489200"/>
              <a:gd name="connsiteY10" fmla="*/ 1605280 h 1788160"/>
              <a:gd name="connsiteX11" fmla="*/ 2072640 w 2489200"/>
              <a:gd name="connsiteY11" fmla="*/ 1727200 h 1788160"/>
              <a:gd name="connsiteX12" fmla="*/ 2367280 w 2489200"/>
              <a:gd name="connsiteY12" fmla="*/ 1778000 h 1788160"/>
              <a:gd name="connsiteX13" fmla="*/ 2489200 w 2489200"/>
              <a:gd name="connsiteY13" fmla="*/ 1788160 h 1788160"/>
              <a:gd name="connsiteX14" fmla="*/ 2448560 w 2489200"/>
              <a:gd name="connsiteY14" fmla="*/ 0 h 178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89200" h="1788160">
                <a:moveTo>
                  <a:pt x="2448560" y="0"/>
                </a:moveTo>
                <a:lnTo>
                  <a:pt x="0" y="20320"/>
                </a:lnTo>
                <a:lnTo>
                  <a:pt x="203200" y="81280"/>
                </a:lnTo>
                <a:lnTo>
                  <a:pt x="325120" y="203200"/>
                </a:lnTo>
                <a:lnTo>
                  <a:pt x="477520" y="345440"/>
                </a:lnTo>
                <a:lnTo>
                  <a:pt x="619760" y="548640"/>
                </a:lnTo>
                <a:lnTo>
                  <a:pt x="751840" y="822960"/>
                </a:lnTo>
                <a:lnTo>
                  <a:pt x="904240" y="1016000"/>
                </a:lnTo>
                <a:lnTo>
                  <a:pt x="1107440" y="1239520"/>
                </a:lnTo>
                <a:lnTo>
                  <a:pt x="1432560" y="1463040"/>
                </a:lnTo>
                <a:lnTo>
                  <a:pt x="1696720" y="1605280"/>
                </a:lnTo>
                <a:lnTo>
                  <a:pt x="2072640" y="1727200"/>
                </a:lnTo>
                <a:lnTo>
                  <a:pt x="2367280" y="1778000"/>
                </a:lnTo>
                <a:lnTo>
                  <a:pt x="2489200" y="1788160"/>
                </a:lnTo>
                <a:lnTo>
                  <a:pt x="2448560" y="0"/>
                </a:lnTo>
                <a:close/>
              </a:path>
            </a:pathLst>
          </a:custGeom>
          <a:gradFill flip="none" rotWithShape="1">
            <a:gsLst>
              <a:gs pos="100000">
                <a:schemeClr val="accent1">
                  <a:lumMod val="5000"/>
                  <a:lumOff val="95000"/>
                </a:schemeClr>
              </a:gs>
              <a:gs pos="0">
                <a:schemeClr val="accent3">
                  <a:lumMod val="60000"/>
                  <a:lumOff val="40000"/>
                </a:schemeClr>
              </a:gs>
              <a:gs pos="43000">
                <a:schemeClr val="accent3">
                  <a:lumMod val="20000"/>
                  <a:lumOff val="80000"/>
                </a:schemeClr>
              </a:gs>
            </a:gsLst>
            <a:lin ang="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Freeform 14">
            <a:extLst>
              <a:ext uri="{FF2B5EF4-FFF2-40B4-BE49-F238E27FC236}">
                <a16:creationId xmlns:a16="http://schemas.microsoft.com/office/drawing/2014/main" id="{57BD9DAA-38BD-4F37-843A-2451E02A8395}"/>
              </a:ext>
            </a:extLst>
          </p:cNvPr>
          <p:cNvSpPr/>
          <p:nvPr/>
        </p:nvSpPr>
        <p:spPr>
          <a:xfrm>
            <a:off x="1079162" y="2204720"/>
            <a:ext cx="1494130" cy="3647440"/>
          </a:xfrm>
          <a:custGeom>
            <a:avLst/>
            <a:gdLst>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01040 w 1280160"/>
              <a:gd name="connsiteY8" fmla="*/ 102616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01040 w 1280160"/>
              <a:gd name="connsiteY8" fmla="*/ 102616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1026160 w 1280160"/>
              <a:gd name="connsiteY7" fmla="*/ 161544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1026160 w 1280160"/>
              <a:gd name="connsiteY7" fmla="*/ 161544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369060"/>
              <a:gd name="connsiteY0" fmla="*/ 3444240 h 3647440"/>
              <a:gd name="connsiteX1" fmla="*/ 568960 w 1369060"/>
              <a:gd name="connsiteY1" fmla="*/ 2733040 h 3647440"/>
              <a:gd name="connsiteX2" fmla="*/ 782320 w 1369060"/>
              <a:gd name="connsiteY2" fmla="*/ 2275840 h 3647440"/>
              <a:gd name="connsiteX3" fmla="*/ 1016000 w 1369060"/>
              <a:gd name="connsiteY3" fmla="*/ 1879600 h 3647440"/>
              <a:gd name="connsiteX4" fmla="*/ 1158240 w 1369060"/>
              <a:gd name="connsiteY4" fmla="*/ 1767840 h 3647440"/>
              <a:gd name="connsiteX5" fmla="*/ 1280160 w 1369060"/>
              <a:gd name="connsiteY5" fmla="*/ 1686560 h 3647440"/>
              <a:gd name="connsiteX6" fmla="*/ 1369060 w 1369060"/>
              <a:gd name="connsiteY6" fmla="*/ 1689735 h 3647440"/>
              <a:gd name="connsiteX7" fmla="*/ 1026160 w 1369060"/>
              <a:gd name="connsiteY7" fmla="*/ 1615440 h 3647440"/>
              <a:gd name="connsiteX8" fmla="*/ 741680 w 1369060"/>
              <a:gd name="connsiteY8" fmla="*/ 1036320 h 3647440"/>
              <a:gd name="connsiteX9" fmla="*/ 721360 w 1369060"/>
              <a:gd name="connsiteY9" fmla="*/ 0 h 3647440"/>
              <a:gd name="connsiteX10" fmla="*/ 0 w 1369060"/>
              <a:gd name="connsiteY10" fmla="*/ 10160 h 3647440"/>
              <a:gd name="connsiteX11" fmla="*/ 0 w 1369060"/>
              <a:gd name="connsiteY11" fmla="*/ 3647440 h 3647440"/>
              <a:gd name="connsiteX12" fmla="*/ 264160 w 1369060"/>
              <a:gd name="connsiteY12" fmla="*/ 3586480 h 3647440"/>
              <a:gd name="connsiteX13" fmla="*/ 325120 w 1369060"/>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6000 w 1379197"/>
              <a:gd name="connsiteY3" fmla="*/ 1879600 h 3647440"/>
              <a:gd name="connsiteX4" fmla="*/ 1158240 w 1379197"/>
              <a:gd name="connsiteY4" fmla="*/ 17678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6000 w 1379197"/>
              <a:gd name="connsiteY3" fmla="*/ 187960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8670 w 1379197"/>
              <a:gd name="connsiteY2" fmla="*/ 2298065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81660 w 1379197"/>
              <a:gd name="connsiteY1" fmla="*/ 2752090 h 3647440"/>
              <a:gd name="connsiteX2" fmla="*/ 788670 w 1379197"/>
              <a:gd name="connsiteY2" fmla="*/ 2298065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9197" h="3647440">
                <a:moveTo>
                  <a:pt x="325120" y="3444240"/>
                </a:moveTo>
                <a:lnTo>
                  <a:pt x="581660" y="2752090"/>
                </a:lnTo>
                <a:lnTo>
                  <a:pt x="788670" y="2298065"/>
                </a:lnTo>
                <a:lnTo>
                  <a:pt x="1012825" y="1924050"/>
                </a:lnTo>
                <a:lnTo>
                  <a:pt x="1158240" y="1780540"/>
                </a:lnTo>
                <a:cubicBezTo>
                  <a:pt x="1198880" y="1753447"/>
                  <a:pt x="1241848" y="1727094"/>
                  <a:pt x="1276985" y="1711960"/>
                </a:cubicBezTo>
                <a:cubicBezTo>
                  <a:pt x="1312122" y="1696826"/>
                  <a:pt x="1410864" y="1705822"/>
                  <a:pt x="1369060" y="1689735"/>
                </a:cubicBezTo>
                <a:cubicBezTo>
                  <a:pt x="1327256" y="1673648"/>
                  <a:pt x="1130723" y="1724342"/>
                  <a:pt x="1026160" y="1615440"/>
                </a:cubicBezTo>
                <a:cubicBezTo>
                  <a:pt x="921597" y="1506538"/>
                  <a:pt x="792480" y="1305560"/>
                  <a:pt x="741680" y="1036320"/>
                </a:cubicBezTo>
                <a:cubicBezTo>
                  <a:pt x="690880" y="767080"/>
                  <a:pt x="726440" y="331893"/>
                  <a:pt x="721360" y="0"/>
                </a:cubicBezTo>
                <a:lnTo>
                  <a:pt x="0" y="10160"/>
                </a:lnTo>
                <a:lnTo>
                  <a:pt x="0" y="3647440"/>
                </a:lnTo>
                <a:lnTo>
                  <a:pt x="264160" y="3586480"/>
                </a:lnTo>
                <a:lnTo>
                  <a:pt x="325120" y="3444240"/>
                </a:lnTo>
                <a:close/>
              </a:path>
            </a:pathLst>
          </a:custGeom>
          <a:gradFill flip="none" rotWithShape="1">
            <a:gsLst>
              <a:gs pos="100000">
                <a:schemeClr val="accent1">
                  <a:lumMod val="5000"/>
                  <a:lumOff val="95000"/>
                </a:schemeClr>
              </a:gs>
              <a:gs pos="0">
                <a:schemeClr val="accent4">
                  <a:lumMod val="60000"/>
                  <a:lumOff val="40000"/>
                </a:schemeClr>
              </a:gs>
              <a:gs pos="32000">
                <a:schemeClr val="accent4">
                  <a:lumMod val="40000"/>
                  <a:lumOff val="60000"/>
                </a:schemeClr>
              </a:gs>
            </a:gsLst>
            <a:lin ang="1890000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Freeform 15">
            <a:extLst>
              <a:ext uri="{FF2B5EF4-FFF2-40B4-BE49-F238E27FC236}">
                <a16:creationId xmlns:a16="http://schemas.microsoft.com/office/drawing/2014/main" id="{930D7D92-4534-4152-8043-CB8159EF95E5}"/>
              </a:ext>
            </a:extLst>
          </p:cNvPr>
          <p:cNvSpPr/>
          <p:nvPr/>
        </p:nvSpPr>
        <p:spPr>
          <a:xfrm>
            <a:off x="1552448" y="3992880"/>
            <a:ext cx="3885353" cy="1828800"/>
          </a:xfrm>
          <a:custGeom>
            <a:avLst/>
            <a:gdLst>
              <a:gd name="connsiteX0" fmla="*/ 10160 w 3586480"/>
              <a:gd name="connsiteY0" fmla="*/ 1706880 h 1828800"/>
              <a:gd name="connsiteX1" fmla="*/ 264160 w 3586480"/>
              <a:gd name="connsiteY1" fmla="*/ 975360 h 1828800"/>
              <a:gd name="connsiteX2" fmla="*/ 406400 w 3586480"/>
              <a:gd name="connsiteY2" fmla="*/ 650240 h 1828800"/>
              <a:gd name="connsiteX3" fmla="*/ 548640 w 3586480"/>
              <a:gd name="connsiteY3" fmla="*/ 345440 h 1828800"/>
              <a:gd name="connsiteX4" fmla="*/ 721360 w 3586480"/>
              <a:gd name="connsiteY4" fmla="*/ 111760 h 1828800"/>
              <a:gd name="connsiteX5" fmla="*/ 833120 w 3586480"/>
              <a:gd name="connsiteY5" fmla="*/ 40640 h 1828800"/>
              <a:gd name="connsiteX6" fmla="*/ 914400 w 3586480"/>
              <a:gd name="connsiteY6" fmla="*/ 0 h 1828800"/>
              <a:gd name="connsiteX7" fmla="*/ 914400 w 3586480"/>
              <a:gd name="connsiteY7" fmla="*/ 0 h 1828800"/>
              <a:gd name="connsiteX8" fmla="*/ 1087120 w 3586480"/>
              <a:gd name="connsiteY8" fmla="*/ 10160 h 1828800"/>
              <a:gd name="connsiteX9" fmla="*/ 1188720 w 3586480"/>
              <a:gd name="connsiteY9" fmla="*/ 40640 h 1828800"/>
              <a:gd name="connsiteX10" fmla="*/ 1330960 w 3586480"/>
              <a:gd name="connsiteY10" fmla="*/ 142240 h 1828800"/>
              <a:gd name="connsiteX11" fmla="*/ 1442720 w 3586480"/>
              <a:gd name="connsiteY11" fmla="*/ 254000 h 1828800"/>
              <a:gd name="connsiteX12" fmla="*/ 1574800 w 3586480"/>
              <a:gd name="connsiteY12" fmla="*/ 416560 h 1828800"/>
              <a:gd name="connsiteX13" fmla="*/ 1686560 w 3586480"/>
              <a:gd name="connsiteY13" fmla="*/ 589280 h 1828800"/>
              <a:gd name="connsiteX14" fmla="*/ 1808480 w 3586480"/>
              <a:gd name="connsiteY14" fmla="*/ 822960 h 1828800"/>
              <a:gd name="connsiteX15" fmla="*/ 1920240 w 3586480"/>
              <a:gd name="connsiteY15" fmla="*/ 985520 h 1828800"/>
              <a:gd name="connsiteX16" fmla="*/ 2082800 w 3586480"/>
              <a:gd name="connsiteY16" fmla="*/ 1168400 h 1828800"/>
              <a:gd name="connsiteX17" fmla="*/ 2346960 w 3586480"/>
              <a:gd name="connsiteY17" fmla="*/ 1361440 h 1828800"/>
              <a:gd name="connsiteX18" fmla="*/ 2580640 w 3586480"/>
              <a:gd name="connsiteY18" fmla="*/ 1524000 h 1828800"/>
              <a:gd name="connsiteX19" fmla="*/ 2854960 w 3586480"/>
              <a:gd name="connsiteY19" fmla="*/ 1656080 h 1828800"/>
              <a:gd name="connsiteX20" fmla="*/ 3119120 w 3586480"/>
              <a:gd name="connsiteY20" fmla="*/ 1706880 h 1828800"/>
              <a:gd name="connsiteX21" fmla="*/ 3332480 w 3586480"/>
              <a:gd name="connsiteY21" fmla="*/ 1757680 h 1828800"/>
              <a:gd name="connsiteX22" fmla="*/ 3586480 w 3586480"/>
              <a:gd name="connsiteY22" fmla="*/ 1778000 h 1828800"/>
              <a:gd name="connsiteX23" fmla="*/ 3586480 w 3586480"/>
              <a:gd name="connsiteY23" fmla="*/ 1778000 h 1828800"/>
              <a:gd name="connsiteX24" fmla="*/ 3586480 w 3586480"/>
              <a:gd name="connsiteY24" fmla="*/ 1778000 h 1828800"/>
              <a:gd name="connsiteX25" fmla="*/ 0 w 3586480"/>
              <a:gd name="connsiteY25" fmla="*/ 1828800 h 1828800"/>
              <a:gd name="connsiteX26" fmla="*/ 10160 w 3586480"/>
              <a:gd name="connsiteY26" fmla="*/ 170688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86480" h="1828800">
                <a:moveTo>
                  <a:pt x="10160" y="1706880"/>
                </a:moveTo>
                <a:lnTo>
                  <a:pt x="264160" y="975360"/>
                </a:lnTo>
                <a:lnTo>
                  <a:pt x="406400" y="650240"/>
                </a:lnTo>
                <a:lnTo>
                  <a:pt x="548640" y="345440"/>
                </a:lnTo>
                <a:lnTo>
                  <a:pt x="721360" y="111760"/>
                </a:lnTo>
                <a:lnTo>
                  <a:pt x="833120" y="40640"/>
                </a:lnTo>
                <a:lnTo>
                  <a:pt x="914400" y="0"/>
                </a:lnTo>
                <a:lnTo>
                  <a:pt x="914400" y="0"/>
                </a:lnTo>
                <a:lnTo>
                  <a:pt x="1087120" y="10160"/>
                </a:lnTo>
                <a:lnTo>
                  <a:pt x="1188720" y="40640"/>
                </a:lnTo>
                <a:lnTo>
                  <a:pt x="1330960" y="142240"/>
                </a:lnTo>
                <a:lnTo>
                  <a:pt x="1442720" y="254000"/>
                </a:lnTo>
                <a:lnTo>
                  <a:pt x="1574800" y="416560"/>
                </a:lnTo>
                <a:lnTo>
                  <a:pt x="1686560" y="589280"/>
                </a:lnTo>
                <a:lnTo>
                  <a:pt x="1808480" y="822960"/>
                </a:lnTo>
                <a:lnTo>
                  <a:pt x="1920240" y="985520"/>
                </a:lnTo>
                <a:lnTo>
                  <a:pt x="2082800" y="1168400"/>
                </a:lnTo>
                <a:lnTo>
                  <a:pt x="2346960" y="1361440"/>
                </a:lnTo>
                <a:lnTo>
                  <a:pt x="2580640" y="1524000"/>
                </a:lnTo>
                <a:lnTo>
                  <a:pt x="2854960" y="1656080"/>
                </a:lnTo>
                <a:lnTo>
                  <a:pt x="3119120" y="1706880"/>
                </a:lnTo>
                <a:lnTo>
                  <a:pt x="3332480" y="1757680"/>
                </a:lnTo>
                <a:lnTo>
                  <a:pt x="3586480" y="1778000"/>
                </a:lnTo>
                <a:lnTo>
                  <a:pt x="3586480" y="1778000"/>
                </a:lnTo>
                <a:lnTo>
                  <a:pt x="3586480" y="1778000"/>
                </a:lnTo>
                <a:lnTo>
                  <a:pt x="0" y="1828800"/>
                </a:lnTo>
                <a:lnTo>
                  <a:pt x="10160" y="1706880"/>
                </a:lnTo>
                <a:close/>
              </a:path>
            </a:pathLst>
          </a:custGeom>
          <a:gradFill flip="none" rotWithShape="1">
            <a:gsLst>
              <a:gs pos="0">
                <a:srgbClr val="FFFBAB"/>
              </a:gs>
              <a:gs pos="79000">
                <a:srgbClr val="FFFDD5"/>
              </a:gs>
              <a:gs pos="100000">
                <a:schemeClr val="bg1"/>
              </a:gs>
            </a:gsLst>
            <a:lin ang="540000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80E4D5D-E9E3-4F99-9F12-294CD047E75F}"/>
              </a:ext>
            </a:extLst>
          </p:cNvPr>
          <p:cNvSpPr/>
          <p:nvPr/>
        </p:nvSpPr>
        <p:spPr>
          <a:xfrm>
            <a:off x="2576068" y="3848259"/>
            <a:ext cx="165100" cy="152400"/>
          </a:xfrm>
          <a:prstGeom prst="ellipse">
            <a:avLst/>
          </a:prstGeom>
          <a:solidFill>
            <a:srgbClr val="FF0000"/>
          </a:solid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97F324EC-DF0B-4C15-8476-D93FA1CDC8FF}"/>
              </a:ext>
            </a:extLst>
          </p:cNvPr>
          <p:cNvSpPr txBox="1"/>
          <p:nvPr/>
        </p:nvSpPr>
        <p:spPr>
          <a:xfrm>
            <a:off x="2752936" y="4327408"/>
            <a:ext cx="340257" cy="369332"/>
          </a:xfrm>
          <a:prstGeom prst="rect">
            <a:avLst/>
          </a:prstGeom>
          <a:noFill/>
        </p:spPr>
        <p:txBody>
          <a:bodyPr wrap="square" rtlCol="0">
            <a:spAutoFit/>
          </a:bodyPr>
          <a:lstStyle/>
          <a:p>
            <a:r>
              <a:rPr lang="en-US" b="1" dirty="0"/>
              <a:t>☆</a:t>
            </a:r>
          </a:p>
        </p:txBody>
      </p:sp>
      <p:cxnSp>
        <p:nvCxnSpPr>
          <p:cNvPr id="23" name="Straight Arrow Connector 22">
            <a:extLst>
              <a:ext uri="{FF2B5EF4-FFF2-40B4-BE49-F238E27FC236}">
                <a16:creationId xmlns:a16="http://schemas.microsoft.com/office/drawing/2014/main" id="{863EA598-76E9-43BF-8DE0-0B28F6271B45}"/>
              </a:ext>
            </a:extLst>
          </p:cNvPr>
          <p:cNvCxnSpPr/>
          <p:nvPr/>
        </p:nvCxnSpPr>
        <p:spPr>
          <a:xfrm flipV="1">
            <a:off x="1054497" y="2153920"/>
            <a:ext cx="0" cy="3779520"/>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F84D7F52-2880-47E1-BEA5-EE482D2DFB73}"/>
              </a:ext>
            </a:extLst>
          </p:cNvPr>
          <p:cNvCxnSpPr/>
          <p:nvPr/>
        </p:nvCxnSpPr>
        <p:spPr>
          <a:xfrm>
            <a:off x="1054497" y="5933440"/>
            <a:ext cx="4735518" cy="0"/>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07434C28-2418-42F6-8974-25B9BF943569}"/>
              </a:ext>
            </a:extLst>
          </p:cNvPr>
          <p:cNvSpPr txBox="1"/>
          <p:nvPr/>
        </p:nvSpPr>
        <p:spPr>
          <a:xfrm>
            <a:off x="5570828" y="2318289"/>
            <a:ext cx="3555153" cy="3508653"/>
          </a:xfrm>
          <a:prstGeom prst="rect">
            <a:avLst/>
          </a:prstGeom>
          <a:noFill/>
        </p:spPr>
        <p:txBody>
          <a:bodyPr wrap="square" rtlCol="0">
            <a:spAutoFit/>
          </a:bodyPr>
          <a:lstStyle/>
          <a:p>
            <a:pPr marL="342900" indent="-342900">
              <a:spcAft>
                <a:spcPts val="1200"/>
              </a:spcAft>
              <a:buFont typeface="+mj-lt"/>
              <a:buAutoNum type="alphaUcPeriod"/>
            </a:pPr>
            <a:r>
              <a:rPr lang="en-US" sz="2400" dirty="0"/>
              <a:t>There is more vapor than liquid.</a:t>
            </a:r>
          </a:p>
          <a:p>
            <a:pPr marL="342900" indent="-342900">
              <a:spcAft>
                <a:spcPts val="1200"/>
              </a:spcAft>
              <a:buFont typeface="+mj-lt"/>
              <a:buAutoNum type="alphaUcPeriod"/>
            </a:pPr>
            <a:r>
              <a:rPr lang="en-US" sz="2400" dirty="0"/>
              <a:t>There is more liquid than vapor</a:t>
            </a:r>
          </a:p>
          <a:p>
            <a:pPr marL="342900" indent="-342900">
              <a:spcAft>
                <a:spcPts val="1200"/>
              </a:spcAft>
              <a:buFont typeface="+mj-lt"/>
              <a:buAutoNum type="alphaUcPeriod"/>
            </a:pPr>
            <a:r>
              <a:rPr lang="en-US" sz="2400" dirty="0"/>
              <a:t>There are about equal amounts liquid and vapor.</a:t>
            </a:r>
          </a:p>
          <a:p>
            <a:pPr marL="342900" indent="-342900">
              <a:spcAft>
                <a:spcPts val="1200"/>
              </a:spcAft>
              <a:buFont typeface="+mj-lt"/>
              <a:buAutoNum type="alphaUcPeriod"/>
            </a:pPr>
            <a:r>
              <a:rPr lang="en-US" sz="2400" dirty="0"/>
              <a:t>Don’t know</a:t>
            </a:r>
          </a:p>
        </p:txBody>
      </p:sp>
    </p:spTree>
    <p:extLst>
      <p:ext uri="{BB962C8B-B14F-4D97-AF65-F5344CB8AC3E}">
        <p14:creationId xmlns:p14="http://schemas.microsoft.com/office/powerpoint/2010/main" val="822902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i="1" dirty="0"/>
              <a:t>p-v</a:t>
            </a:r>
            <a:r>
              <a:rPr lang="en-US" altLang="zh-CN" sz="3600" dirty="0"/>
              <a:t> Diagram</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grpSp>
        <p:nvGrpSpPr>
          <p:cNvPr id="7" name="Group 6">
            <a:extLst>
              <a:ext uri="{FF2B5EF4-FFF2-40B4-BE49-F238E27FC236}">
                <a16:creationId xmlns:a16="http://schemas.microsoft.com/office/drawing/2014/main" id="{4436C77D-6E2B-4FFA-A35A-CD55DEAFDEB2}"/>
              </a:ext>
            </a:extLst>
          </p:cNvPr>
          <p:cNvGrpSpPr/>
          <p:nvPr/>
        </p:nvGrpSpPr>
        <p:grpSpPr>
          <a:xfrm>
            <a:off x="3668597" y="1279998"/>
            <a:ext cx="5048978" cy="4690235"/>
            <a:chOff x="4349071" y="1423430"/>
            <a:chExt cx="5048978" cy="4690235"/>
          </a:xfrm>
        </p:grpSpPr>
        <p:pic>
          <p:nvPicPr>
            <p:cNvPr id="8" name="Picture 7">
              <a:extLst>
                <a:ext uri="{FF2B5EF4-FFF2-40B4-BE49-F238E27FC236}">
                  <a16:creationId xmlns:a16="http://schemas.microsoft.com/office/drawing/2014/main" id="{511033AE-6A87-4E12-8E79-F4A434FE8DA3}"/>
                </a:ext>
              </a:extLst>
            </p:cNvPr>
            <p:cNvPicPr>
              <a:picLocks noChangeAspect="1"/>
            </p:cNvPicPr>
            <p:nvPr/>
          </p:nvPicPr>
          <p:blipFill>
            <a:blip r:embed="rId4"/>
            <a:stretch>
              <a:fillRect/>
            </a:stretch>
          </p:blipFill>
          <p:spPr>
            <a:xfrm>
              <a:off x="4349071" y="1423430"/>
              <a:ext cx="5048978" cy="4690235"/>
            </a:xfrm>
            <a:prstGeom prst="rect">
              <a:avLst/>
            </a:prstGeom>
          </p:spPr>
        </p:pic>
        <p:sp>
          <p:nvSpPr>
            <p:cNvPr id="9" name="Freeform 5">
              <a:extLst>
                <a:ext uri="{FF2B5EF4-FFF2-40B4-BE49-F238E27FC236}">
                  <a16:creationId xmlns:a16="http://schemas.microsoft.com/office/drawing/2014/main" id="{9D1A2A6A-FA32-4D81-9147-8A0C5479A86E}"/>
                </a:ext>
              </a:extLst>
            </p:cNvPr>
            <p:cNvSpPr/>
            <p:nvPr/>
          </p:nvSpPr>
          <p:spPr>
            <a:xfrm>
              <a:off x="6019312" y="3892059"/>
              <a:ext cx="1003300" cy="406400"/>
            </a:xfrm>
            <a:custGeom>
              <a:avLst/>
              <a:gdLst>
                <a:gd name="connsiteX0" fmla="*/ 790575 w 1003300"/>
                <a:gd name="connsiteY0" fmla="*/ 73025 h 406400"/>
                <a:gd name="connsiteX1" fmla="*/ 1003300 w 1003300"/>
                <a:gd name="connsiteY1" fmla="*/ 381000 h 406400"/>
                <a:gd name="connsiteX2" fmla="*/ 0 w 1003300"/>
                <a:gd name="connsiteY2" fmla="*/ 406400 h 406400"/>
                <a:gd name="connsiteX3" fmla="*/ 276225 w 1003300"/>
                <a:gd name="connsiteY3" fmla="*/ 47625 h 406400"/>
                <a:gd name="connsiteX4" fmla="*/ 549275 w 1003300"/>
                <a:gd name="connsiteY4" fmla="*/ 0 h 406400"/>
                <a:gd name="connsiteX5" fmla="*/ 790575 w 1003300"/>
                <a:gd name="connsiteY5" fmla="*/ 73025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300" h="406400">
                  <a:moveTo>
                    <a:pt x="790575" y="73025"/>
                  </a:moveTo>
                  <a:lnTo>
                    <a:pt x="1003300" y="381000"/>
                  </a:lnTo>
                  <a:lnTo>
                    <a:pt x="0" y="406400"/>
                  </a:lnTo>
                  <a:lnTo>
                    <a:pt x="276225" y="47625"/>
                  </a:lnTo>
                  <a:lnTo>
                    <a:pt x="549275" y="0"/>
                  </a:lnTo>
                  <a:lnTo>
                    <a:pt x="790575" y="73025"/>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9D8EAD62-3567-42AE-B3B0-F71C3BECCDD5}"/>
                </a:ext>
              </a:extLst>
            </p:cNvPr>
            <p:cNvSpPr/>
            <p:nvPr/>
          </p:nvSpPr>
          <p:spPr>
            <a:xfrm>
              <a:off x="5381137" y="4339734"/>
              <a:ext cx="746125" cy="574675"/>
            </a:xfrm>
            <a:custGeom>
              <a:avLst/>
              <a:gdLst>
                <a:gd name="connsiteX0" fmla="*/ 746125 w 746125"/>
                <a:gd name="connsiteY0" fmla="*/ 6350 h 574675"/>
                <a:gd name="connsiteX1" fmla="*/ 41275 w 746125"/>
                <a:gd name="connsiteY1" fmla="*/ 0 h 574675"/>
                <a:gd name="connsiteX2" fmla="*/ 0 w 746125"/>
                <a:gd name="connsiteY2" fmla="*/ 114300 h 574675"/>
                <a:gd name="connsiteX3" fmla="*/ 53975 w 746125"/>
                <a:gd name="connsiteY3" fmla="*/ 263525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34925 w 746125"/>
                <a:gd name="connsiteY4" fmla="*/ 349250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125" h="574675">
                  <a:moveTo>
                    <a:pt x="746125" y="6350"/>
                  </a:moveTo>
                  <a:lnTo>
                    <a:pt x="41275" y="0"/>
                  </a:lnTo>
                  <a:lnTo>
                    <a:pt x="0" y="114300"/>
                  </a:lnTo>
                  <a:lnTo>
                    <a:pt x="38100" y="241300"/>
                  </a:lnTo>
                  <a:cubicBezTo>
                    <a:pt x="37042" y="277283"/>
                    <a:pt x="35983" y="313267"/>
                    <a:pt x="34925" y="349250"/>
                  </a:cubicBezTo>
                  <a:lnTo>
                    <a:pt x="104775" y="533400"/>
                  </a:lnTo>
                  <a:lnTo>
                    <a:pt x="203200" y="574675"/>
                  </a:lnTo>
                  <a:lnTo>
                    <a:pt x="365125" y="501650"/>
                  </a:lnTo>
                  <a:lnTo>
                    <a:pt x="746125" y="6350"/>
                  </a:lnTo>
                  <a:close/>
                </a:path>
              </a:pathLst>
            </a:cu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DECB30B-C1C9-4011-B2D6-2B81E09D5BF3}"/>
                  </a:ext>
                </a:extLst>
              </p:cNvPr>
              <p:cNvSpPr txBox="1"/>
              <p:nvPr/>
            </p:nvSpPr>
            <p:spPr>
              <a:xfrm>
                <a:off x="6439662" y="1508760"/>
                <a:ext cx="120141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𝑝𝑣</m:t>
                      </m:r>
                      <m:r>
                        <a:rPr lang="en-US" sz="2400" b="0" i="1" smtClean="0">
                          <a:latin typeface="Cambria Math" panose="02040503050406030204" pitchFamily="18" charset="0"/>
                        </a:rPr>
                        <m:t>=</m:t>
                      </m:r>
                      <m:r>
                        <a:rPr lang="en-US" sz="2400" b="0" i="1" smtClean="0">
                          <a:latin typeface="Cambria Math" panose="02040503050406030204" pitchFamily="18" charset="0"/>
                        </a:rPr>
                        <m:t>𝑅𝑇</m:t>
                      </m:r>
                    </m:oMath>
                  </m:oMathPara>
                </a14:m>
                <a:endParaRPr lang="en-US" sz="2400" dirty="0"/>
              </a:p>
            </p:txBody>
          </p:sp>
        </mc:Choice>
        <mc:Fallback xmlns="">
          <p:sp>
            <p:nvSpPr>
              <p:cNvPr id="2" name="TextBox 1">
                <a:extLst>
                  <a:ext uri="{FF2B5EF4-FFF2-40B4-BE49-F238E27FC236}">
                    <a16:creationId xmlns:a16="http://schemas.microsoft.com/office/drawing/2014/main" id="{5DECB30B-C1C9-4011-B2D6-2B81E09D5BF3}"/>
                  </a:ext>
                </a:extLst>
              </p:cNvPr>
              <p:cNvSpPr txBox="1">
                <a:spLocks noRot="1" noChangeAspect="1" noMove="1" noResize="1" noEditPoints="1" noAdjustHandles="1" noChangeArrowheads="1" noChangeShapeType="1" noTextEdit="1"/>
              </p:cNvSpPr>
              <p:nvPr/>
            </p:nvSpPr>
            <p:spPr>
              <a:xfrm>
                <a:off x="6439662" y="1508760"/>
                <a:ext cx="1201419" cy="369332"/>
              </a:xfrm>
              <a:prstGeom prst="rect">
                <a:avLst/>
              </a:prstGeom>
              <a:blipFill>
                <a:blip r:embed="rId5"/>
                <a:stretch>
                  <a:fillRect l="-6091" r="-5584" b="-25000"/>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36B3990F-0486-4741-935F-0972BD5470E5}"/>
              </a:ext>
            </a:extLst>
          </p:cNvPr>
          <p:cNvSpPr txBox="1"/>
          <p:nvPr/>
        </p:nvSpPr>
        <p:spPr>
          <a:xfrm>
            <a:off x="5066229" y="3826970"/>
            <a:ext cx="931665" cy="369332"/>
          </a:xfrm>
          <a:prstGeom prst="rect">
            <a:avLst/>
          </a:prstGeom>
          <a:noFill/>
        </p:spPr>
        <p:txBody>
          <a:bodyPr wrap="none" rtlCol="0">
            <a:spAutoFit/>
          </a:bodyPr>
          <a:lstStyle/>
          <a:p>
            <a:r>
              <a:rPr lang="en-US" dirty="0"/>
              <a:t>2-phase</a:t>
            </a:r>
          </a:p>
        </p:txBody>
      </p:sp>
      <p:pic>
        <p:nvPicPr>
          <p:cNvPr id="12" name="Picture 2">
            <a:extLst>
              <a:ext uri="{FF2B5EF4-FFF2-40B4-BE49-F238E27FC236}">
                <a16:creationId xmlns:a16="http://schemas.microsoft.com/office/drawing/2014/main" id="{04C687D8-7AB0-4754-B1F0-3A4CBD61FB4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1684" y="3826970"/>
            <a:ext cx="3500438" cy="2457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12">
            <a:extLst>
              <a:ext uri="{FF2B5EF4-FFF2-40B4-BE49-F238E27FC236}">
                <a16:creationId xmlns:a16="http://schemas.microsoft.com/office/drawing/2014/main" id="{FA8FD1A8-101D-4E4B-8562-F7022A505EF3}"/>
              </a:ext>
            </a:extLst>
          </p:cNvPr>
          <p:cNvSpPr/>
          <p:nvPr/>
        </p:nvSpPr>
        <p:spPr>
          <a:xfrm>
            <a:off x="6499309" y="2296603"/>
            <a:ext cx="2013392" cy="369332"/>
          </a:xfrm>
          <a:prstGeom prst="rect">
            <a:avLst/>
          </a:prstGeom>
        </p:spPr>
        <p:txBody>
          <a:bodyPr wrap="square">
            <a:spAutoFit/>
          </a:bodyPr>
          <a:lstStyle/>
          <a:p>
            <a:r>
              <a:rPr lang="en-US" altLang="zh-CN" b="1" dirty="0">
                <a:solidFill>
                  <a:srgbClr val="FF0000"/>
                </a:solidFill>
              </a:rPr>
              <a:t>liquid-vapor dome</a:t>
            </a:r>
            <a:endParaRPr lang="en-US" dirty="0">
              <a:solidFill>
                <a:srgbClr val="FF0000"/>
              </a:solidFill>
            </a:endParaRPr>
          </a:p>
        </p:txBody>
      </p:sp>
      <p:cxnSp>
        <p:nvCxnSpPr>
          <p:cNvPr id="15" name="Straight Arrow Connector 14">
            <a:extLst>
              <a:ext uri="{FF2B5EF4-FFF2-40B4-BE49-F238E27FC236}">
                <a16:creationId xmlns:a16="http://schemas.microsoft.com/office/drawing/2014/main" id="{9EE3DE52-63CF-4DCD-A47B-E2CF83CFEDF4}"/>
              </a:ext>
            </a:extLst>
          </p:cNvPr>
          <p:cNvCxnSpPr/>
          <p:nvPr/>
        </p:nvCxnSpPr>
        <p:spPr>
          <a:xfrm flipH="1">
            <a:off x="6177873" y="2619607"/>
            <a:ext cx="1305018" cy="120736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CCB25D8-86A2-485C-AAFC-D4EF264526D5}"/>
              </a:ext>
            </a:extLst>
          </p:cNvPr>
          <p:cNvSpPr txBox="1"/>
          <p:nvPr/>
        </p:nvSpPr>
        <p:spPr>
          <a:xfrm>
            <a:off x="764552" y="1226262"/>
            <a:ext cx="4574286" cy="1384995"/>
          </a:xfrm>
          <a:prstGeom prst="rect">
            <a:avLst/>
          </a:prstGeom>
          <a:noFill/>
        </p:spPr>
        <p:txBody>
          <a:bodyPr wrap="square">
            <a:spAutoFit/>
          </a:bodyPr>
          <a:lstStyle/>
          <a:p>
            <a:pPr>
              <a:spcAft>
                <a:spcPts val="400"/>
              </a:spcAft>
            </a:pPr>
            <a:r>
              <a:rPr lang="en-US" altLang="zh-CN" sz="1800" b="1" dirty="0"/>
              <a:t>During phase changes, </a:t>
            </a:r>
            <a:r>
              <a:rPr lang="en-US" altLang="zh-CN" sz="1800" b="1" i="1" dirty="0"/>
              <a:t>p</a:t>
            </a:r>
            <a:r>
              <a:rPr lang="en-US" altLang="zh-CN" sz="1800" b="1" dirty="0"/>
              <a:t> &amp; </a:t>
            </a:r>
            <a:r>
              <a:rPr lang="en-US" altLang="zh-CN" sz="1800" b="1" i="1" dirty="0"/>
              <a:t>T</a:t>
            </a:r>
            <a:r>
              <a:rPr lang="en-US" altLang="zh-CN" sz="1800" b="1" dirty="0"/>
              <a:t> </a:t>
            </a:r>
          </a:p>
          <a:p>
            <a:pPr>
              <a:spcAft>
                <a:spcPts val="400"/>
              </a:spcAft>
            </a:pPr>
            <a:r>
              <a:rPr lang="en-US" altLang="zh-CN" sz="1800" b="1" dirty="0"/>
              <a:t>are not independent!</a:t>
            </a:r>
          </a:p>
          <a:p>
            <a:pPr>
              <a:spcAft>
                <a:spcPts val="400"/>
              </a:spcAft>
            </a:pPr>
            <a:endParaRPr lang="en-US" altLang="zh-CN" sz="1800" b="1" dirty="0"/>
          </a:p>
          <a:p>
            <a:pPr>
              <a:spcAft>
                <a:spcPts val="400"/>
              </a:spcAft>
            </a:pPr>
            <a:r>
              <a:rPr lang="en-US" altLang="zh-CN" sz="2000" b="1" dirty="0"/>
              <a:t>Define: Quality</a:t>
            </a:r>
            <a:endParaRPr lang="en-US" altLang="zh-CN" sz="2000" b="1" dirty="0">
              <a:latin typeface="+mj-lt"/>
            </a:endParaRPr>
          </a:p>
        </p:txBody>
      </p:sp>
    </p:spTree>
    <p:extLst>
      <p:ext uri="{BB962C8B-B14F-4D97-AF65-F5344CB8AC3E}">
        <p14:creationId xmlns:p14="http://schemas.microsoft.com/office/powerpoint/2010/main" val="114968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t>Quality</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5CBA23C-19C9-4EBB-93F3-B764BF1EB3D3}"/>
                  </a:ext>
                </a:extLst>
              </p:cNvPr>
              <p:cNvSpPr txBox="1"/>
              <p:nvPr/>
            </p:nvSpPr>
            <p:spPr>
              <a:xfrm>
                <a:off x="480746" y="1517904"/>
                <a:ext cx="5728620" cy="9932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𝑥</m:t>
                      </m:r>
                      <m:r>
                        <a:rPr lang="en-US" sz="3200" b="0" i="1" smtClean="0">
                          <a:latin typeface="Cambria Math" panose="02040503050406030204" pitchFamily="18" charset="0"/>
                        </a:rPr>
                        <m:t>= </m:t>
                      </m:r>
                      <m:f>
                        <m:fPr>
                          <m:ctrlPr>
                            <a:rPr lang="en-US" sz="3200" b="0" i="1" smtClean="0">
                              <a:latin typeface="Cambria Math" panose="02040503050406030204" pitchFamily="18" charset="0"/>
                            </a:rPr>
                          </m:ctrlPr>
                        </m:fPr>
                        <m:num>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𝑚</m:t>
                              </m:r>
                            </m:e>
                            <m:sub>
                              <m:r>
                                <a:rPr lang="en-US" sz="3200" b="0" i="1" smtClean="0">
                                  <a:latin typeface="Cambria Math" panose="02040503050406030204" pitchFamily="18" charset="0"/>
                                </a:rPr>
                                <m:t>𝑣𝑎𝑝𝑜𝑟</m:t>
                              </m:r>
                            </m:sub>
                          </m:sSub>
                        </m:num>
                        <m:den>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𝑚</m:t>
                              </m:r>
                            </m:e>
                            <m:sub>
                              <m:r>
                                <a:rPr lang="en-US" sz="3200" b="0" i="1" smtClean="0">
                                  <a:latin typeface="Cambria Math" panose="02040503050406030204" pitchFamily="18" charset="0"/>
                                </a:rPr>
                                <m:t>𝑙𝑖𝑞𝑢𝑖𝑑</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𝑚</m:t>
                              </m:r>
                            </m:e>
                            <m:sub>
                              <m:r>
                                <a:rPr lang="en-US" sz="3200" b="0" i="1" smtClean="0">
                                  <a:latin typeface="Cambria Math" panose="02040503050406030204" pitchFamily="18" charset="0"/>
                                </a:rPr>
                                <m:t>𝑣𝑎𝑝𝑜𝑟</m:t>
                              </m:r>
                            </m:sub>
                          </m:sSub>
                        </m:den>
                      </m:f>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𝑚</m:t>
                              </m:r>
                            </m:e>
                            <m:sub>
                              <m:r>
                                <a:rPr lang="en-US" sz="3200" b="0" i="1" smtClean="0">
                                  <a:latin typeface="Cambria Math" panose="02040503050406030204" pitchFamily="18" charset="0"/>
                                </a:rPr>
                                <m:t>𝑣𝑎𝑝𝑜𝑟</m:t>
                              </m:r>
                            </m:sub>
                          </m:sSub>
                        </m:num>
                        <m:den>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𝑚</m:t>
                              </m:r>
                            </m:e>
                            <m:sub>
                              <m:r>
                                <a:rPr lang="en-US" sz="3200" b="0" i="1" smtClean="0">
                                  <a:latin typeface="Cambria Math" panose="02040503050406030204" pitchFamily="18" charset="0"/>
                                </a:rPr>
                                <m:t>𝑡𝑜𝑡𝑎𝑙</m:t>
                              </m:r>
                            </m:sub>
                          </m:sSub>
                        </m:den>
                      </m:f>
                    </m:oMath>
                  </m:oMathPara>
                </a14:m>
                <a:endParaRPr lang="en-US" sz="3200" dirty="0"/>
              </a:p>
            </p:txBody>
          </p:sp>
        </mc:Choice>
        <mc:Fallback xmlns="">
          <p:sp>
            <p:nvSpPr>
              <p:cNvPr id="6" name="TextBox 5">
                <a:extLst>
                  <a:ext uri="{FF2B5EF4-FFF2-40B4-BE49-F238E27FC236}">
                    <a16:creationId xmlns:a16="http://schemas.microsoft.com/office/drawing/2014/main" id="{85CBA23C-19C9-4EBB-93F3-B764BF1EB3D3}"/>
                  </a:ext>
                </a:extLst>
              </p:cNvPr>
              <p:cNvSpPr txBox="1">
                <a:spLocks noRot="1" noChangeAspect="1" noMove="1" noResize="1" noEditPoints="1" noAdjustHandles="1" noChangeArrowheads="1" noChangeShapeType="1" noTextEdit="1"/>
              </p:cNvSpPr>
              <p:nvPr/>
            </p:nvSpPr>
            <p:spPr>
              <a:xfrm>
                <a:off x="480746" y="1517904"/>
                <a:ext cx="5728620" cy="99328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6BD8E0A-A317-4A22-B039-105B4BB02F8F}"/>
                  </a:ext>
                </a:extLst>
              </p:cNvPr>
              <p:cNvSpPr txBox="1"/>
              <p:nvPr/>
            </p:nvSpPr>
            <p:spPr>
              <a:xfrm>
                <a:off x="412508" y="791922"/>
                <a:ext cx="4574286" cy="400110"/>
              </a:xfrm>
              <a:prstGeom prst="rect">
                <a:avLst/>
              </a:prstGeom>
              <a:noFill/>
            </p:spPr>
            <p:txBody>
              <a:bodyPr wrap="square">
                <a:spAutoFit/>
              </a:bodyPr>
              <a:lstStyle/>
              <a:p>
                <a:pPr>
                  <a:spcAft>
                    <a:spcPts val="400"/>
                  </a:spcAft>
                </a:pPr>
                <a:r>
                  <a:rPr lang="en-US" altLang="zh-CN" sz="2000" b="1" dirty="0"/>
                  <a:t>Define: Quality </a:t>
                </a:r>
                <a14:m>
                  <m:oMath xmlns:m="http://schemas.openxmlformats.org/officeDocument/2006/math">
                    <m:r>
                      <a:rPr lang="en-US" altLang="zh-CN" sz="2000" b="1" i="1" smtClean="0">
                        <a:latin typeface="Cambria Math" panose="02040503050406030204" pitchFamily="18" charset="0"/>
                      </a:rPr>
                      <m:t>𝒙</m:t>
                    </m:r>
                  </m:oMath>
                </a14:m>
                <a:r>
                  <a:rPr lang="en-US" altLang="zh-CN" sz="2000" b="1" dirty="0"/>
                  <a:t> - </a:t>
                </a:r>
                <a:r>
                  <a:rPr lang="en-US" altLang="zh-CN" sz="2000" b="1" dirty="0">
                    <a:latin typeface="+mj-lt"/>
                  </a:rPr>
                  <a:t>Vapor mass ratio</a:t>
                </a:r>
              </a:p>
            </p:txBody>
          </p:sp>
        </mc:Choice>
        <mc:Fallback xmlns="">
          <p:sp>
            <p:nvSpPr>
              <p:cNvPr id="17" name="TextBox 16">
                <a:extLst>
                  <a:ext uri="{FF2B5EF4-FFF2-40B4-BE49-F238E27FC236}">
                    <a16:creationId xmlns:a16="http://schemas.microsoft.com/office/drawing/2014/main" id="{06BD8E0A-A317-4A22-B039-105B4BB02F8F}"/>
                  </a:ext>
                </a:extLst>
              </p:cNvPr>
              <p:cNvSpPr txBox="1">
                <a:spLocks noRot="1" noChangeAspect="1" noMove="1" noResize="1" noEditPoints="1" noAdjustHandles="1" noChangeArrowheads="1" noChangeShapeType="1" noTextEdit="1"/>
              </p:cNvSpPr>
              <p:nvPr/>
            </p:nvSpPr>
            <p:spPr>
              <a:xfrm>
                <a:off x="412508" y="791922"/>
                <a:ext cx="4574286" cy="400110"/>
              </a:xfrm>
              <a:prstGeom prst="rect">
                <a:avLst/>
              </a:prstGeom>
              <a:blipFill>
                <a:blip r:embed="rId5"/>
                <a:stretch>
                  <a:fillRect l="-1467" t="-9091" b="-25758"/>
                </a:stretch>
              </a:blipFill>
            </p:spPr>
            <p:txBody>
              <a:bodyPr/>
              <a:lstStyle/>
              <a:p>
                <a:r>
                  <a:rPr lang="en-US">
                    <a:noFill/>
                  </a:rPr>
                  <a:t> </a:t>
                </a:r>
              </a:p>
            </p:txBody>
          </p:sp>
        </mc:Fallback>
      </mc:AlternateContent>
      <p:grpSp>
        <p:nvGrpSpPr>
          <p:cNvPr id="18" name="Group 17">
            <a:extLst>
              <a:ext uri="{FF2B5EF4-FFF2-40B4-BE49-F238E27FC236}">
                <a16:creationId xmlns:a16="http://schemas.microsoft.com/office/drawing/2014/main" id="{E4F9CFD0-0BD6-4CC2-B387-5C7112735045}"/>
              </a:ext>
            </a:extLst>
          </p:cNvPr>
          <p:cNvGrpSpPr/>
          <p:nvPr/>
        </p:nvGrpSpPr>
        <p:grpSpPr>
          <a:xfrm>
            <a:off x="4636007" y="2628372"/>
            <a:ext cx="4461043" cy="3867720"/>
            <a:chOff x="4349071" y="1423430"/>
            <a:chExt cx="5048978" cy="4690235"/>
          </a:xfrm>
        </p:grpSpPr>
        <p:pic>
          <p:nvPicPr>
            <p:cNvPr id="19" name="Picture 18">
              <a:extLst>
                <a:ext uri="{FF2B5EF4-FFF2-40B4-BE49-F238E27FC236}">
                  <a16:creationId xmlns:a16="http://schemas.microsoft.com/office/drawing/2014/main" id="{41EFEF1A-6CB2-4802-B557-F28E068F49CC}"/>
                </a:ext>
              </a:extLst>
            </p:cNvPr>
            <p:cNvPicPr>
              <a:picLocks noChangeAspect="1"/>
            </p:cNvPicPr>
            <p:nvPr/>
          </p:nvPicPr>
          <p:blipFill>
            <a:blip r:embed="rId6"/>
            <a:stretch>
              <a:fillRect/>
            </a:stretch>
          </p:blipFill>
          <p:spPr>
            <a:xfrm>
              <a:off x="4349071" y="1423430"/>
              <a:ext cx="5048978" cy="4690235"/>
            </a:xfrm>
            <a:prstGeom prst="rect">
              <a:avLst/>
            </a:prstGeom>
          </p:spPr>
        </p:pic>
        <p:sp>
          <p:nvSpPr>
            <p:cNvPr id="20" name="Freeform 5">
              <a:extLst>
                <a:ext uri="{FF2B5EF4-FFF2-40B4-BE49-F238E27FC236}">
                  <a16:creationId xmlns:a16="http://schemas.microsoft.com/office/drawing/2014/main" id="{AD5A297B-8683-4572-9B4B-35B592FFBA8B}"/>
                </a:ext>
              </a:extLst>
            </p:cNvPr>
            <p:cNvSpPr/>
            <p:nvPr/>
          </p:nvSpPr>
          <p:spPr>
            <a:xfrm>
              <a:off x="6019312" y="3892059"/>
              <a:ext cx="1003300" cy="406400"/>
            </a:xfrm>
            <a:custGeom>
              <a:avLst/>
              <a:gdLst>
                <a:gd name="connsiteX0" fmla="*/ 790575 w 1003300"/>
                <a:gd name="connsiteY0" fmla="*/ 73025 h 406400"/>
                <a:gd name="connsiteX1" fmla="*/ 1003300 w 1003300"/>
                <a:gd name="connsiteY1" fmla="*/ 381000 h 406400"/>
                <a:gd name="connsiteX2" fmla="*/ 0 w 1003300"/>
                <a:gd name="connsiteY2" fmla="*/ 406400 h 406400"/>
                <a:gd name="connsiteX3" fmla="*/ 276225 w 1003300"/>
                <a:gd name="connsiteY3" fmla="*/ 47625 h 406400"/>
                <a:gd name="connsiteX4" fmla="*/ 549275 w 1003300"/>
                <a:gd name="connsiteY4" fmla="*/ 0 h 406400"/>
                <a:gd name="connsiteX5" fmla="*/ 790575 w 1003300"/>
                <a:gd name="connsiteY5" fmla="*/ 73025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300" h="406400">
                  <a:moveTo>
                    <a:pt x="790575" y="73025"/>
                  </a:moveTo>
                  <a:lnTo>
                    <a:pt x="1003300" y="381000"/>
                  </a:lnTo>
                  <a:lnTo>
                    <a:pt x="0" y="406400"/>
                  </a:lnTo>
                  <a:lnTo>
                    <a:pt x="276225" y="47625"/>
                  </a:lnTo>
                  <a:lnTo>
                    <a:pt x="549275" y="0"/>
                  </a:lnTo>
                  <a:lnTo>
                    <a:pt x="790575" y="73025"/>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Freeform 6">
              <a:extLst>
                <a:ext uri="{FF2B5EF4-FFF2-40B4-BE49-F238E27FC236}">
                  <a16:creationId xmlns:a16="http://schemas.microsoft.com/office/drawing/2014/main" id="{08E0A4F9-17F9-49BA-9AFF-B7BCE0A8ACE3}"/>
                </a:ext>
              </a:extLst>
            </p:cNvPr>
            <p:cNvSpPr/>
            <p:nvPr/>
          </p:nvSpPr>
          <p:spPr>
            <a:xfrm>
              <a:off x="5381137" y="4339734"/>
              <a:ext cx="746125" cy="574675"/>
            </a:xfrm>
            <a:custGeom>
              <a:avLst/>
              <a:gdLst>
                <a:gd name="connsiteX0" fmla="*/ 746125 w 746125"/>
                <a:gd name="connsiteY0" fmla="*/ 6350 h 574675"/>
                <a:gd name="connsiteX1" fmla="*/ 41275 w 746125"/>
                <a:gd name="connsiteY1" fmla="*/ 0 h 574675"/>
                <a:gd name="connsiteX2" fmla="*/ 0 w 746125"/>
                <a:gd name="connsiteY2" fmla="*/ 114300 h 574675"/>
                <a:gd name="connsiteX3" fmla="*/ 53975 w 746125"/>
                <a:gd name="connsiteY3" fmla="*/ 263525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34925 w 746125"/>
                <a:gd name="connsiteY4" fmla="*/ 349250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125" h="574675">
                  <a:moveTo>
                    <a:pt x="746125" y="6350"/>
                  </a:moveTo>
                  <a:lnTo>
                    <a:pt x="41275" y="0"/>
                  </a:lnTo>
                  <a:lnTo>
                    <a:pt x="0" y="114300"/>
                  </a:lnTo>
                  <a:lnTo>
                    <a:pt x="38100" y="241300"/>
                  </a:lnTo>
                  <a:cubicBezTo>
                    <a:pt x="37042" y="277283"/>
                    <a:pt x="35983" y="313267"/>
                    <a:pt x="34925" y="349250"/>
                  </a:cubicBezTo>
                  <a:lnTo>
                    <a:pt x="104775" y="533400"/>
                  </a:lnTo>
                  <a:lnTo>
                    <a:pt x="203200" y="574675"/>
                  </a:lnTo>
                  <a:lnTo>
                    <a:pt x="365125" y="501650"/>
                  </a:lnTo>
                  <a:lnTo>
                    <a:pt x="746125" y="6350"/>
                  </a:lnTo>
                  <a:close/>
                </a:path>
              </a:pathLst>
            </a:cu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22" name="TextBox 21">
            <a:extLst>
              <a:ext uri="{FF2B5EF4-FFF2-40B4-BE49-F238E27FC236}">
                <a16:creationId xmlns:a16="http://schemas.microsoft.com/office/drawing/2014/main" id="{CE5E5636-4A1F-48AC-A5A7-E1F2B57924B7}"/>
              </a:ext>
            </a:extLst>
          </p:cNvPr>
          <p:cNvSpPr txBox="1"/>
          <p:nvPr/>
        </p:nvSpPr>
        <p:spPr>
          <a:xfrm>
            <a:off x="5582412" y="5033251"/>
            <a:ext cx="622286" cy="646331"/>
          </a:xfrm>
          <a:prstGeom prst="rect">
            <a:avLst/>
          </a:prstGeom>
          <a:noFill/>
        </p:spPr>
        <p:txBody>
          <a:bodyPr wrap="none" rtlCol="0">
            <a:spAutoFit/>
          </a:bodyPr>
          <a:lstStyle/>
          <a:p>
            <a:r>
              <a:rPr lang="en-US" dirty="0"/>
              <a:t>f</a:t>
            </a:r>
          </a:p>
          <a:p>
            <a:r>
              <a:rPr lang="en-US" dirty="0"/>
              <a:t>x = 0</a:t>
            </a:r>
          </a:p>
        </p:txBody>
      </p:sp>
      <p:sp>
        <p:nvSpPr>
          <p:cNvPr id="23" name="TextBox 22">
            <a:extLst>
              <a:ext uri="{FF2B5EF4-FFF2-40B4-BE49-F238E27FC236}">
                <a16:creationId xmlns:a16="http://schemas.microsoft.com/office/drawing/2014/main" id="{4E5F5CB4-ECF5-4FC8-A655-785A7AAD4E39}"/>
              </a:ext>
            </a:extLst>
          </p:cNvPr>
          <p:cNvSpPr txBox="1"/>
          <p:nvPr/>
        </p:nvSpPr>
        <p:spPr>
          <a:xfrm>
            <a:off x="6555385" y="4999215"/>
            <a:ext cx="622286" cy="646331"/>
          </a:xfrm>
          <a:prstGeom prst="rect">
            <a:avLst/>
          </a:prstGeom>
          <a:noFill/>
        </p:spPr>
        <p:txBody>
          <a:bodyPr wrap="none" rtlCol="0">
            <a:spAutoFit/>
          </a:bodyPr>
          <a:lstStyle/>
          <a:p>
            <a:r>
              <a:rPr lang="en-US" dirty="0"/>
              <a:t>g</a:t>
            </a:r>
          </a:p>
          <a:p>
            <a:r>
              <a:rPr lang="en-US" dirty="0"/>
              <a:t>x = 1</a:t>
            </a:r>
          </a:p>
        </p:txBody>
      </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D2C10097-13A6-474C-94DA-3E45BBBBF892}"/>
                  </a:ext>
                </a:extLst>
              </p:cNvPr>
              <p:cNvSpPr txBox="1"/>
              <p:nvPr/>
            </p:nvSpPr>
            <p:spPr>
              <a:xfrm>
                <a:off x="139414" y="3133006"/>
                <a:ext cx="4832733" cy="39895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=0: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h</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 </m:t>
                      </m:r>
                      <m:r>
                        <m:rPr>
                          <m:sty m:val="p"/>
                        </m:rPr>
                        <a:rPr lang="en-US" sz="2400" b="0" i="0" smtClean="0">
                          <a:latin typeface="Cambria Math" panose="02040503050406030204" pitchFamily="18" charset="0"/>
                        </a:rPr>
                        <m:t>for</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saturated</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liquid</m:t>
                      </m:r>
                      <m:r>
                        <a:rPr lang="en-US" sz="2400" b="0" i="0" smtClean="0">
                          <a:latin typeface="Cambria Math" panose="02040503050406030204" pitchFamily="18" charset="0"/>
                        </a:rPr>
                        <m:t> </m:t>
                      </m:r>
                    </m:oMath>
                  </m:oMathPara>
                </a14:m>
                <a:endParaRPr lang="en-US" sz="2400" dirty="0"/>
              </a:p>
            </p:txBody>
          </p:sp>
        </mc:Choice>
        <mc:Fallback xmlns="">
          <p:sp>
            <p:nvSpPr>
              <p:cNvPr id="24" name="TextBox 23">
                <a:extLst>
                  <a:ext uri="{FF2B5EF4-FFF2-40B4-BE49-F238E27FC236}">
                    <a16:creationId xmlns:a16="http://schemas.microsoft.com/office/drawing/2014/main" id="{D2C10097-13A6-474C-94DA-3E45BBBBF892}"/>
                  </a:ext>
                </a:extLst>
              </p:cNvPr>
              <p:cNvSpPr txBox="1">
                <a:spLocks noRot="1" noChangeAspect="1" noMove="1" noResize="1" noEditPoints="1" noAdjustHandles="1" noChangeArrowheads="1" noChangeShapeType="1" noTextEdit="1"/>
              </p:cNvSpPr>
              <p:nvPr/>
            </p:nvSpPr>
            <p:spPr>
              <a:xfrm>
                <a:off x="139414" y="3133006"/>
                <a:ext cx="4832733" cy="398955"/>
              </a:xfrm>
              <a:prstGeom prst="rect">
                <a:avLst/>
              </a:prstGeom>
              <a:blipFill>
                <a:blip r:embed="rId7"/>
                <a:stretch>
                  <a:fillRect l="-504" r="-378"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254AEF19-2EBC-4055-BD7C-BF7F46B2F2E8}"/>
                  </a:ext>
                </a:extLst>
              </p:cNvPr>
              <p:cNvSpPr txBox="1"/>
              <p:nvPr/>
            </p:nvSpPr>
            <p:spPr>
              <a:xfrm>
                <a:off x="139414" y="3568099"/>
                <a:ext cx="4875822" cy="3994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=1: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𝑔</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𝑢</m:t>
                          </m:r>
                        </m:e>
                        <m:sub>
                          <m:r>
                            <a:rPr lang="en-US" sz="2400" b="0" i="1" smtClean="0">
                              <a:latin typeface="Cambria Math" panose="02040503050406030204" pitchFamily="18" charset="0"/>
                            </a:rPr>
                            <m:t>𝑔</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h</m:t>
                          </m:r>
                        </m:e>
                        <m:sub>
                          <m:r>
                            <a:rPr lang="en-US" sz="2400" b="0" i="1" smtClean="0">
                              <a:latin typeface="Cambria Math" panose="02040503050406030204" pitchFamily="18" charset="0"/>
                            </a:rPr>
                            <m:t>𝑔</m:t>
                          </m:r>
                        </m:sub>
                      </m:sSub>
                      <m:r>
                        <a:rPr lang="en-US" sz="2400" b="0" i="1" smtClean="0">
                          <a:latin typeface="Cambria Math" panose="02040503050406030204" pitchFamily="18" charset="0"/>
                        </a:rPr>
                        <m:t> </m:t>
                      </m:r>
                      <m:r>
                        <m:rPr>
                          <m:sty m:val="p"/>
                        </m:rPr>
                        <a:rPr lang="en-US" sz="2400" b="0" i="0" smtClean="0">
                          <a:latin typeface="Cambria Math" panose="02040503050406030204" pitchFamily="18" charset="0"/>
                        </a:rPr>
                        <m:t>for</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saturated</m:t>
                      </m:r>
                      <m:r>
                        <a:rPr lang="en-US" sz="2400" b="0" i="0" smtClean="0">
                          <a:latin typeface="Cambria Math" panose="02040503050406030204" pitchFamily="18" charset="0"/>
                        </a:rPr>
                        <m:t> </m:t>
                      </m:r>
                      <m:r>
                        <m:rPr>
                          <m:sty m:val="p"/>
                        </m:rPr>
                        <a:rPr lang="en-US" sz="2400" b="0" i="0" smtClean="0">
                          <a:latin typeface="Cambria Math" panose="02040503050406030204" pitchFamily="18" charset="0"/>
                        </a:rPr>
                        <m:t>vapor</m:t>
                      </m:r>
                      <m:r>
                        <a:rPr lang="en-US" sz="2400" b="0" i="0" smtClean="0">
                          <a:latin typeface="Cambria Math" panose="02040503050406030204" pitchFamily="18" charset="0"/>
                        </a:rPr>
                        <m:t> </m:t>
                      </m:r>
                    </m:oMath>
                  </m:oMathPara>
                </a14:m>
                <a:endParaRPr lang="en-US" sz="2400" dirty="0"/>
              </a:p>
            </p:txBody>
          </p:sp>
        </mc:Choice>
        <mc:Fallback xmlns="">
          <p:sp>
            <p:nvSpPr>
              <p:cNvPr id="25" name="TextBox 24">
                <a:extLst>
                  <a:ext uri="{FF2B5EF4-FFF2-40B4-BE49-F238E27FC236}">
                    <a16:creationId xmlns:a16="http://schemas.microsoft.com/office/drawing/2014/main" id="{254AEF19-2EBC-4055-BD7C-BF7F46B2F2E8}"/>
                  </a:ext>
                </a:extLst>
              </p:cNvPr>
              <p:cNvSpPr txBox="1">
                <a:spLocks noRot="1" noChangeAspect="1" noMove="1" noResize="1" noEditPoints="1" noAdjustHandles="1" noChangeArrowheads="1" noChangeShapeType="1" noTextEdit="1"/>
              </p:cNvSpPr>
              <p:nvPr/>
            </p:nvSpPr>
            <p:spPr>
              <a:xfrm>
                <a:off x="139414" y="3568099"/>
                <a:ext cx="4875822" cy="399405"/>
              </a:xfrm>
              <a:prstGeom prst="rect">
                <a:avLst/>
              </a:prstGeom>
              <a:blipFill>
                <a:blip r:embed="rId8"/>
                <a:stretch>
                  <a:fillRect l="-500" b="-21212"/>
                </a:stretch>
              </a:blipFill>
            </p:spPr>
            <p:txBody>
              <a:bodyPr/>
              <a:lstStyle/>
              <a:p>
                <a:r>
                  <a:rPr lang="en-US">
                    <a:noFill/>
                  </a:rPr>
                  <a:t> </a:t>
                </a:r>
              </a:p>
            </p:txBody>
          </p:sp>
        </mc:Fallback>
      </mc:AlternateContent>
    </p:spTree>
    <p:extLst>
      <p:ext uri="{BB962C8B-B14F-4D97-AF65-F5344CB8AC3E}">
        <p14:creationId xmlns:p14="http://schemas.microsoft.com/office/powerpoint/2010/main" val="851502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500"/>
                                        <p:tgtEl>
                                          <p:spTgt spid="2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500"/>
                                        <p:tgtEl>
                                          <p:spTgt spid="2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2" grpId="0"/>
      <p:bldP spid="23" grpId="0"/>
      <p:bldP spid="24"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Quality</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08500" y="6602772"/>
            <a:ext cx="2453888" cy="208581"/>
          </a:xfrm>
          <a:prstGeom prst="rect">
            <a:avLst/>
          </a:prstGeom>
        </p:spPr>
      </p:pic>
      <p:sp>
        <p:nvSpPr>
          <p:cNvPr id="6" name="TextBox 5">
            <a:extLst>
              <a:ext uri="{FF2B5EF4-FFF2-40B4-BE49-F238E27FC236}">
                <a16:creationId xmlns:a16="http://schemas.microsoft.com/office/drawing/2014/main" id="{0B8EE253-5F2D-44E2-8BA5-4B25C5533B02}"/>
              </a:ext>
            </a:extLst>
          </p:cNvPr>
          <p:cNvSpPr txBox="1"/>
          <p:nvPr/>
        </p:nvSpPr>
        <p:spPr>
          <a:xfrm>
            <a:off x="383753" y="791907"/>
            <a:ext cx="8613943" cy="461665"/>
          </a:xfrm>
          <a:prstGeom prst="rect">
            <a:avLst/>
          </a:prstGeom>
          <a:noFill/>
        </p:spPr>
        <p:txBody>
          <a:bodyPr wrap="square" rtlCol="0">
            <a:spAutoFit/>
          </a:bodyPr>
          <a:lstStyle/>
          <a:p>
            <a:r>
              <a:rPr lang="en-US" altLang="zh-CN" sz="2400" b="1" dirty="0">
                <a:latin typeface="+mj-lt"/>
              </a:rPr>
              <a:t>Bowling Pin Analogy to a Change of Phase</a:t>
            </a:r>
          </a:p>
        </p:txBody>
      </p:sp>
      <p:pic>
        <p:nvPicPr>
          <p:cNvPr id="64" name="Picture 6" descr="See the source image">
            <a:extLst>
              <a:ext uri="{FF2B5EF4-FFF2-40B4-BE49-F238E27FC236}">
                <a16:creationId xmlns:a16="http://schemas.microsoft.com/office/drawing/2014/main" id="{23C3A2B3-E243-4A53-B15E-F11D9C2203E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75318" y="1080236"/>
            <a:ext cx="3810000" cy="3224213"/>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10" descr="https://www.wikihow.com/images/b/b1/Almost-complete-bowling-pin.png">
            <a:extLst>
              <a:ext uri="{FF2B5EF4-FFF2-40B4-BE49-F238E27FC236}">
                <a16:creationId xmlns:a16="http://schemas.microsoft.com/office/drawing/2014/main" id="{156A1F87-B5C8-4B4B-940F-F374B51E387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647887" y="4273650"/>
            <a:ext cx="1428750" cy="2357438"/>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10" descr="https://www.wikihow.com/images/b/b1/Almost-complete-bowling-pin.png">
            <a:extLst>
              <a:ext uri="{FF2B5EF4-FFF2-40B4-BE49-F238E27FC236}">
                <a16:creationId xmlns:a16="http://schemas.microsoft.com/office/drawing/2014/main" id="{4B314E0E-A4EA-4B2B-8688-3718F894D1D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63914" y="3600427"/>
            <a:ext cx="1428750" cy="2357438"/>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66" descr="https://www.wikihow.com/images/b/b1/Almost-complete-bowling-pin.png">
            <a:extLst>
              <a:ext uri="{FF2B5EF4-FFF2-40B4-BE49-F238E27FC236}">
                <a16:creationId xmlns:a16="http://schemas.microsoft.com/office/drawing/2014/main" id="{7184A113-E861-4396-BB20-8EE7F5FE3D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8927259">
            <a:off x="3081857" y="3769103"/>
            <a:ext cx="1428750" cy="2357438"/>
          </a:xfrm>
          <a:prstGeom prst="rect">
            <a:avLst/>
          </a:prstGeom>
          <a:noFill/>
          <a:extLst>
            <a:ext uri="{909E8E84-426E-40DD-AFC4-6F175D3DCCD1}">
              <a14:hiddenFill xmlns:a14="http://schemas.microsoft.com/office/drawing/2010/main">
                <a:solidFill>
                  <a:srgbClr val="FFFFFF"/>
                </a:solidFill>
              </a14:hiddenFill>
            </a:ext>
          </a:extLst>
        </p:spPr>
      </p:pic>
      <p:grpSp>
        <p:nvGrpSpPr>
          <p:cNvPr id="68" name="Group 67">
            <a:extLst>
              <a:ext uri="{FF2B5EF4-FFF2-40B4-BE49-F238E27FC236}">
                <a16:creationId xmlns:a16="http://schemas.microsoft.com/office/drawing/2014/main" id="{479A9409-6138-4775-AC23-3063514C2E33}"/>
              </a:ext>
            </a:extLst>
          </p:cNvPr>
          <p:cNvGrpSpPr/>
          <p:nvPr/>
        </p:nvGrpSpPr>
        <p:grpSpPr>
          <a:xfrm>
            <a:off x="123963" y="5726231"/>
            <a:ext cx="4591837" cy="265725"/>
            <a:chOff x="1047926" y="6168888"/>
            <a:chExt cx="4591837" cy="265725"/>
          </a:xfrm>
        </p:grpSpPr>
        <p:grpSp>
          <p:nvGrpSpPr>
            <p:cNvPr id="69" name="Group 68">
              <a:extLst>
                <a:ext uri="{FF2B5EF4-FFF2-40B4-BE49-F238E27FC236}">
                  <a16:creationId xmlns:a16="http://schemas.microsoft.com/office/drawing/2014/main" id="{A7379657-3DE9-4B8A-A2B0-79F9B8F86DB3}"/>
                </a:ext>
              </a:extLst>
            </p:cNvPr>
            <p:cNvGrpSpPr/>
            <p:nvPr/>
          </p:nvGrpSpPr>
          <p:grpSpPr>
            <a:xfrm>
              <a:off x="1047926" y="6168888"/>
              <a:ext cx="2315362" cy="261391"/>
              <a:chOff x="6296811" y="4333164"/>
              <a:chExt cx="2315362" cy="261391"/>
            </a:xfrm>
          </p:grpSpPr>
          <p:cxnSp>
            <p:nvCxnSpPr>
              <p:cNvPr id="85" name="Straight Connector 84">
                <a:extLst>
                  <a:ext uri="{FF2B5EF4-FFF2-40B4-BE49-F238E27FC236}">
                    <a16:creationId xmlns:a16="http://schemas.microsoft.com/office/drawing/2014/main" id="{9222DE01-9E25-4D76-A2FA-8A95EE346BE0}"/>
                  </a:ext>
                </a:extLst>
              </p:cNvPr>
              <p:cNvCxnSpPr/>
              <p:nvPr/>
            </p:nvCxnSpPr>
            <p:spPr>
              <a:xfrm>
                <a:off x="6318913" y="4333164"/>
                <a:ext cx="2293260" cy="37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6" name="Group 85">
                <a:extLst>
                  <a:ext uri="{FF2B5EF4-FFF2-40B4-BE49-F238E27FC236}">
                    <a16:creationId xmlns:a16="http://schemas.microsoft.com/office/drawing/2014/main" id="{3C16761E-A000-4A35-B95F-D80FE5B01C87}"/>
                  </a:ext>
                </a:extLst>
              </p:cNvPr>
              <p:cNvGrpSpPr/>
              <p:nvPr/>
            </p:nvGrpSpPr>
            <p:grpSpPr>
              <a:xfrm>
                <a:off x="6296811" y="4348274"/>
                <a:ext cx="2277467" cy="246281"/>
                <a:chOff x="1294790" y="5251095"/>
                <a:chExt cx="2277467" cy="246281"/>
              </a:xfrm>
            </p:grpSpPr>
            <p:grpSp>
              <p:nvGrpSpPr>
                <p:cNvPr id="87" name="Group 86">
                  <a:extLst>
                    <a:ext uri="{FF2B5EF4-FFF2-40B4-BE49-F238E27FC236}">
                      <a16:creationId xmlns:a16="http://schemas.microsoft.com/office/drawing/2014/main" id="{2D6B9253-D438-4923-8D3B-9D572012C92F}"/>
                    </a:ext>
                  </a:extLst>
                </p:cNvPr>
                <p:cNvGrpSpPr/>
                <p:nvPr/>
              </p:nvGrpSpPr>
              <p:grpSpPr>
                <a:xfrm>
                  <a:off x="1294790" y="5251095"/>
                  <a:ext cx="1137513" cy="240182"/>
                  <a:chOff x="1294790" y="5251095"/>
                  <a:chExt cx="1137513" cy="240182"/>
                </a:xfrm>
              </p:grpSpPr>
              <p:cxnSp>
                <p:nvCxnSpPr>
                  <p:cNvPr id="94" name="Straight Connector 93">
                    <a:extLst>
                      <a:ext uri="{FF2B5EF4-FFF2-40B4-BE49-F238E27FC236}">
                        <a16:creationId xmlns:a16="http://schemas.microsoft.com/office/drawing/2014/main" id="{EF5FEEB1-96E0-47B7-838F-D29696626BCB}"/>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3DF65057-87ED-475E-A575-D62469CA01BF}"/>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B87B2A42-DF43-4F41-986E-08646EB7092F}"/>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2949EA10-6293-4A3F-8700-8FBEF4CF59B7}"/>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61725027-F55E-4BE2-AAF0-DA9C17B18CF4}"/>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1C991F89-2539-4A4C-93F3-6E96184F0E01}"/>
                    </a:ext>
                  </a:extLst>
                </p:cNvPr>
                <p:cNvGrpSpPr/>
                <p:nvPr/>
              </p:nvGrpSpPr>
              <p:grpSpPr>
                <a:xfrm>
                  <a:off x="2434744" y="5257194"/>
                  <a:ext cx="1137513" cy="240182"/>
                  <a:chOff x="1294790" y="5251095"/>
                  <a:chExt cx="1137513" cy="240182"/>
                </a:xfrm>
              </p:grpSpPr>
              <p:cxnSp>
                <p:nvCxnSpPr>
                  <p:cNvPr id="89" name="Straight Connector 88">
                    <a:extLst>
                      <a:ext uri="{FF2B5EF4-FFF2-40B4-BE49-F238E27FC236}">
                        <a16:creationId xmlns:a16="http://schemas.microsoft.com/office/drawing/2014/main" id="{E1E92F14-5186-4256-9FB0-EAB76597334B}"/>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2B00619F-24ED-4EC2-97A4-9FD6DCE21CDB}"/>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C248235E-5C17-4799-ADE1-7E978EE0F843}"/>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6DCD3CE0-BA1B-4A80-8EB7-ACBE344A15EA}"/>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210AB99-E548-433C-8EA0-385084CCCE08}"/>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70" name="Group 69">
              <a:extLst>
                <a:ext uri="{FF2B5EF4-FFF2-40B4-BE49-F238E27FC236}">
                  <a16:creationId xmlns:a16="http://schemas.microsoft.com/office/drawing/2014/main" id="{13D53612-D6FE-4FA5-9C41-0BCD87269AAC}"/>
                </a:ext>
              </a:extLst>
            </p:cNvPr>
            <p:cNvGrpSpPr/>
            <p:nvPr/>
          </p:nvGrpSpPr>
          <p:grpSpPr>
            <a:xfrm>
              <a:off x="3324401" y="6173222"/>
              <a:ext cx="2315362" cy="261391"/>
              <a:chOff x="6296811" y="4333164"/>
              <a:chExt cx="2315362" cy="261391"/>
            </a:xfrm>
          </p:grpSpPr>
          <p:cxnSp>
            <p:nvCxnSpPr>
              <p:cNvPr id="71" name="Straight Connector 70">
                <a:extLst>
                  <a:ext uri="{FF2B5EF4-FFF2-40B4-BE49-F238E27FC236}">
                    <a16:creationId xmlns:a16="http://schemas.microsoft.com/office/drawing/2014/main" id="{F691639F-FC46-4DAF-90A3-4E6BCC754041}"/>
                  </a:ext>
                </a:extLst>
              </p:cNvPr>
              <p:cNvCxnSpPr/>
              <p:nvPr/>
            </p:nvCxnSpPr>
            <p:spPr>
              <a:xfrm>
                <a:off x="6318913" y="4333164"/>
                <a:ext cx="2293260" cy="37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803ADBC1-4327-443C-B486-F035F502AC8C}"/>
                  </a:ext>
                </a:extLst>
              </p:cNvPr>
              <p:cNvGrpSpPr/>
              <p:nvPr/>
            </p:nvGrpSpPr>
            <p:grpSpPr>
              <a:xfrm>
                <a:off x="6296811" y="4348274"/>
                <a:ext cx="2277467" cy="246281"/>
                <a:chOff x="1294790" y="5251095"/>
                <a:chExt cx="2277467" cy="246281"/>
              </a:xfrm>
            </p:grpSpPr>
            <p:grpSp>
              <p:nvGrpSpPr>
                <p:cNvPr id="73" name="Group 72">
                  <a:extLst>
                    <a:ext uri="{FF2B5EF4-FFF2-40B4-BE49-F238E27FC236}">
                      <a16:creationId xmlns:a16="http://schemas.microsoft.com/office/drawing/2014/main" id="{F6E96AE4-961F-4B82-BAEF-D73A904FF771}"/>
                    </a:ext>
                  </a:extLst>
                </p:cNvPr>
                <p:cNvGrpSpPr/>
                <p:nvPr/>
              </p:nvGrpSpPr>
              <p:grpSpPr>
                <a:xfrm>
                  <a:off x="1294790" y="5251095"/>
                  <a:ext cx="1137513" cy="240182"/>
                  <a:chOff x="1294790" y="5251095"/>
                  <a:chExt cx="1137513" cy="240182"/>
                </a:xfrm>
              </p:grpSpPr>
              <p:cxnSp>
                <p:nvCxnSpPr>
                  <p:cNvPr id="80" name="Straight Connector 79">
                    <a:extLst>
                      <a:ext uri="{FF2B5EF4-FFF2-40B4-BE49-F238E27FC236}">
                        <a16:creationId xmlns:a16="http://schemas.microsoft.com/office/drawing/2014/main" id="{19993DA8-2BD6-49AB-B106-34A265F3049B}"/>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CE2B6FCD-1B32-4B4C-9C8C-ED16B2233451}"/>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8850C7E6-2405-4C13-873E-BCE90693108A}"/>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E0A79CFE-AD6F-4D2A-B0D6-1172FEF681DB}"/>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555E9F1-4333-4508-B964-D0AF6A597296}"/>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223C6CF4-B1E7-4D73-81CC-8BA9C379D848}"/>
                    </a:ext>
                  </a:extLst>
                </p:cNvPr>
                <p:cNvGrpSpPr/>
                <p:nvPr/>
              </p:nvGrpSpPr>
              <p:grpSpPr>
                <a:xfrm>
                  <a:off x="2434744" y="5257194"/>
                  <a:ext cx="1137513" cy="240182"/>
                  <a:chOff x="1294790" y="5251095"/>
                  <a:chExt cx="1137513" cy="240182"/>
                </a:xfrm>
              </p:grpSpPr>
              <p:cxnSp>
                <p:nvCxnSpPr>
                  <p:cNvPr id="75" name="Straight Connector 74">
                    <a:extLst>
                      <a:ext uri="{FF2B5EF4-FFF2-40B4-BE49-F238E27FC236}">
                        <a16:creationId xmlns:a16="http://schemas.microsoft.com/office/drawing/2014/main" id="{8D512DC4-5195-4955-8A09-36615E86B6CB}"/>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1753F2D9-6B92-443C-A6CA-F1BFCD2C500D}"/>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1AFDF1A3-873F-4FAE-A655-7D03F3331CE4}"/>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583C682F-0CCB-4207-89EF-59319433EAC0}"/>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6EFB7A5-1E78-401B-80E4-B40709E4918C}"/>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pSp>
        <p:nvGrpSpPr>
          <p:cNvPr id="99" name="Group 98">
            <a:extLst>
              <a:ext uri="{FF2B5EF4-FFF2-40B4-BE49-F238E27FC236}">
                <a16:creationId xmlns:a16="http://schemas.microsoft.com/office/drawing/2014/main" id="{43E0493E-842F-4FB3-BCB9-5F6E3402709D}"/>
              </a:ext>
            </a:extLst>
          </p:cNvPr>
          <p:cNvGrpSpPr/>
          <p:nvPr/>
        </p:nvGrpSpPr>
        <p:grpSpPr>
          <a:xfrm>
            <a:off x="4697443" y="5736589"/>
            <a:ext cx="2315362" cy="261391"/>
            <a:chOff x="6296811" y="4333164"/>
            <a:chExt cx="2315362" cy="261391"/>
          </a:xfrm>
        </p:grpSpPr>
        <p:cxnSp>
          <p:nvCxnSpPr>
            <p:cNvPr id="100" name="Straight Connector 99">
              <a:extLst>
                <a:ext uri="{FF2B5EF4-FFF2-40B4-BE49-F238E27FC236}">
                  <a16:creationId xmlns:a16="http://schemas.microsoft.com/office/drawing/2014/main" id="{DFC0DEB6-CF79-4441-96EF-A8BE09969B32}"/>
                </a:ext>
              </a:extLst>
            </p:cNvPr>
            <p:cNvCxnSpPr/>
            <p:nvPr/>
          </p:nvCxnSpPr>
          <p:spPr>
            <a:xfrm>
              <a:off x="6318913" y="4333164"/>
              <a:ext cx="2293260" cy="37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1" name="Group 100">
              <a:extLst>
                <a:ext uri="{FF2B5EF4-FFF2-40B4-BE49-F238E27FC236}">
                  <a16:creationId xmlns:a16="http://schemas.microsoft.com/office/drawing/2014/main" id="{FF485049-6748-4A19-816F-A3853A01CAE1}"/>
                </a:ext>
              </a:extLst>
            </p:cNvPr>
            <p:cNvGrpSpPr/>
            <p:nvPr/>
          </p:nvGrpSpPr>
          <p:grpSpPr>
            <a:xfrm>
              <a:off x="6296811" y="4348274"/>
              <a:ext cx="2277467" cy="246281"/>
              <a:chOff x="1294790" y="5251095"/>
              <a:chExt cx="2277467" cy="246281"/>
            </a:xfrm>
          </p:grpSpPr>
          <p:grpSp>
            <p:nvGrpSpPr>
              <p:cNvPr id="102" name="Group 101">
                <a:extLst>
                  <a:ext uri="{FF2B5EF4-FFF2-40B4-BE49-F238E27FC236}">
                    <a16:creationId xmlns:a16="http://schemas.microsoft.com/office/drawing/2014/main" id="{385D295F-CC04-4CAA-8F0B-5FCDC6C900E8}"/>
                  </a:ext>
                </a:extLst>
              </p:cNvPr>
              <p:cNvGrpSpPr/>
              <p:nvPr/>
            </p:nvGrpSpPr>
            <p:grpSpPr>
              <a:xfrm>
                <a:off x="1294790" y="5251095"/>
                <a:ext cx="1137513" cy="240182"/>
                <a:chOff x="1294790" y="5251095"/>
                <a:chExt cx="1137513" cy="240182"/>
              </a:xfrm>
            </p:grpSpPr>
            <p:cxnSp>
              <p:nvCxnSpPr>
                <p:cNvPr id="109" name="Straight Connector 108">
                  <a:extLst>
                    <a:ext uri="{FF2B5EF4-FFF2-40B4-BE49-F238E27FC236}">
                      <a16:creationId xmlns:a16="http://schemas.microsoft.com/office/drawing/2014/main" id="{C3D130CB-E0C0-439E-BCAB-45C6417DE4E7}"/>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38C6A3BB-F1B1-4916-BF61-506F2D06DED2}"/>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7FC8D63D-FDDE-4BEF-A3DA-90A501E12FC8}"/>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B8EC00A2-5BCA-43E5-9D1A-9BFFB08E2F37}"/>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6F121E96-4EBB-4EDD-8431-86CDB0999F43}"/>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3" name="Group 102">
                <a:extLst>
                  <a:ext uri="{FF2B5EF4-FFF2-40B4-BE49-F238E27FC236}">
                    <a16:creationId xmlns:a16="http://schemas.microsoft.com/office/drawing/2014/main" id="{E0BB56AF-5F60-4ED5-8190-BAC2C02121AA}"/>
                  </a:ext>
                </a:extLst>
              </p:cNvPr>
              <p:cNvGrpSpPr/>
              <p:nvPr/>
            </p:nvGrpSpPr>
            <p:grpSpPr>
              <a:xfrm>
                <a:off x="2434744" y="5257194"/>
                <a:ext cx="1137513" cy="240182"/>
                <a:chOff x="1294790" y="5251095"/>
                <a:chExt cx="1137513" cy="240182"/>
              </a:xfrm>
            </p:grpSpPr>
            <p:cxnSp>
              <p:nvCxnSpPr>
                <p:cNvPr id="104" name="Straight Connector 103">
                  <a:extLst>
                    <a:ext uri="{FF2B5EF4-FFF2-40B4-BE49-F238E27FC236}">
                      <a16:creationId xmlns:a16="http://schemas.microsoft.com/office/drawing/2014/main" id="{24667B18-E2D3-413D-A884-52BF66002589}"/>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86307B85-3FB8-4E85-9FD8-EE0DF98F8BC8}"/>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638C8569-B225-4376-A192-14DA383063C2}"/>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0451F2E9-E40B-47F5-B6B9-A1A7F0610BEF}"/>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365C6865-86D1-43F8-8C35-4C8F48E0FE8F}"/>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114" name="Rectangle 113">
            <a:extLst>
              <a:ext uri="{FF2B5EF4-FFF2-40B4-BE49-F238E27FC236}">
                <a16:creationId xmlns:a16="http://schemas.microsoft.com/office/drawing/2014/main" id="{6FDA3DB4-C01A-4AC7-9236-07A5E9272A8E}"/>
              </a:ext>
            </a:extLst>
          </p:cNvPr>
          <p:cNvSpPr/>
          <p:nvPr/>
        </p:nvSpPr>
        <p:spPr>
          <a:xfrm>
            <a:off x="767890" y="5953901"/>
            <a:ext cx="860763" cy="369332"/>
          </a:xfrm>
          <a:prstGeom prst="rect">
            <a:avLst/>
          </a:prstGeom>
        </p:spPr>
        <p:txBody>
          <a:bodyPr wrap="square">
            <a:spAutoFit/>
          </a:bodyPr>
          <a:lstStyle/>
          <a:p>
            <a:r>
              <a:rPr lang="en-US" altLang="zh-CN" b="1" dirty="0">
                <a:solidFill>
                  <a:srgbClr val="FF0000"/>
                </a:solidFill>
              </a:rPr>
              <a:t>liquid</a:t>
            </a:r>
            <a:endParaRPr lang="en-US" dirty="0">
              <a:solidFill>
                <a:srgbClr val="FF0000"/>
              </a:solidFill>
            </a:endParaRPr>
          </a:p>
        </p:txBody>
      </p:sp>
      <p:sp>
        <p:nvSpPr>
          <p:cNvPr id="115" name="Rectangle 114">
            <a:extLst>
              <a:ext uri="{FF2B5EF4-FFF2-40B4-BE49-F238E27FC236}">
                <a16:creationId xmlns:a16="http://schemas.microsoft.com/office/drawing/2014/main" id="{3CA92BDD-7F3D-460F-9E0F-4F6EC510A8FE}"/>
              </a:ext>
            </a:extLst>
          </p:cNvPr>
          <p:cNvSpPr/>
          <p:nvPr/>
        </p:nvSpPr>
        <p:spPr>
          <a:xfrm>
            <a:off x="5326435" y="6056583"/>
            <a:ext cx="860763" cy="369332"/>
          </a:xfrm>
          <a:prstGeom prst="rect">
            <a:avLst/>
          </a:prstGeom>
        </p:spPr>
        <p:txBody>
          <a:bodyPr wrap="square">
            <a:spAutoFit/>
          </a:bodyPr>
          <a:lstStyle/>
          <a:p>
            <a:r>
              <a:rPr lang="en-US" altLang="zh-CN" b="1" dirty="0">
                <a:solidFill>
                  <a:srgbClr val="FF0000"/>
                </a:solidFill>
              </a:rPr>
              <a:t>vapor</a:t>
            </a:r>
            <a:endParaRPr lang="en-US" dirty="0">
              <a:solidFill>
                <a:srgbClr val="FF0000"/>
              </a:solidFill>
            </a:endParaRPr>
          </a:p>
        </p:txBody>
      </p:sp>
      <p:pic>
        <p:nvPicPr>
          <p:cNvPr id="4" name="Picture 3">
            <a:extLst>
              <a:ext uri="{FF2B5EF4-FFF2-40B4-BE49-F238E27FC236}">
                <a16:creationId xmlns:a16="http://schemas.microsoft.com/office/drawing/2014/main" id="{E13FE42E-7B45-4491-96A3-14D624930A59}"/>
              </a:ext>
            </a:extLst>
          </p:cNvPr>
          <p:cNvPicPr>
            <a:picLocks noChangeAspect="1"/>
          </p:cNvPicPr>
          <p:nvPr/>
        </p:nvPicPr>
        <p:blipFill>
          <a:blip r:embed="rId6"/>
          <a:stretch>
            <a:fillRect/>
          </a:stretch>
        </p:blipFill>
        <p:spPr>
          <a:xfrm>
            <a:off x="642149" y="1234741"/>
            <a:ext cx="3942589" cy="2682364"/>
          </a:xfrm>
          <a:prstGeom prst="rect">
            <a:avLst/>
          </a:prstGeom>
        </p:spPr>
      </p:pic>
      <p:sp>
        <p:nvSpPr>
          <p:cNvPr id="118" name="TextBox 117">
            <a:extLst>
              <a:ext uri="{FF2B5EF4-FFF2-40B4-BE49-F238E27FC236}">
                <a16:creationId xmlns:a16="http://schemas.microsoft.com/office/drawing/2014/main" id="{A617A03B-9F52-4F21-AEE4-92B9A514F31C}"/>
              </a:ext>
            </a:extLst>
          </p:cNvPr>
          <p:cNvSpPr txBox="1"/>
          <p:nvPr/>
        </p:nvSpPr>
        <p:spPr>
          <a:xfrm>
            <a:off x="3511381" y="2657048"/>
            <a:ext cx="1645419" cy="646331"/>
          </a:xfrm>
          <a:prstGeom prst="rect">
            <a:avLst/>
          </a:prstGeom>
          <a:noFill/>
        </p:spPr>
        <p:txBody>
          <a:bodyPr wrap="square" rtlCol="0">
            <a:spAutoFit/>
          </a:bodyPr>
          <a:lstStyle/>
          <a:p>
            <a:r>
              <a:rPr lang="en-US" dirty="0"/>
              <a:t>Latent heat of vaporization</a:t>
            </a:r>
          </a:p>
        </p:txBody>
      </p:sp>
      <p:sp>
        <p:nvSpPr>
          <p:cNvPr id="119" name="Arrow: Down 118">
            <a:extLst>
              <a:ext uri="{FF2B5EF4-FFF2-40B4-BE49-F238E27FC236}">
                <a16:creationId xmlns:a16="http://schemas.microsoft.com/office/drawing/2014/main" id="{76691674-DCFA-4B2F-B203-F9CD00E127CF}"/>
              </a:ext>
            </a:extLst>
          </p:cNvPr>
          <p:cNvSpPr/>
          <p:nvPr/>
        </p:nvSpPr>
        <p:spPr>
          <a:xfrm>
            <a:off x="1062496" y="5406906"/>
            <a:ext cx="144900" cy="28795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Arrow: Down 119">
            <a:extLst>
              <a:ext uri="{FF2B5EF4-FFF2-40B4-BE49-F238E27FC236}">
                <a16:creationId xmlns:a16="http://schemas.microsoft.com/office/drawing/2014/main" id="{30790A4D-F4AF-4CC1-B08F-64AD897288CB}"/>
              </a:ext>
            </a:extLst>
          </p:cNvPr>
          <p:cNvSpPr/>
          <p:nvPr/>
        </p:nvSpPr>
        <p:spPr>
          <a:xfrm>
            <a:off x="5491142" y="4947822"/>
            <a:ext cx="278722" cy="79250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extBox 120">
            <a:extLst>
              <a:ext uri="{FF2B5EF4-FFF2-40B4-BE49-F238E27FC236}">
                <a16:creationId xmlns:a16="http://schemas.microsoft.com/office/drawing/2014/main" id="{9A466325-A673-4320-BE3E-9A8BDAC45B5C}"/>
              </a:ext>
            </a:extLst>
          </p:cNvPr>
          <p:cNvSpPr txBox="1"/>
          <p:nvPr/>
        </p:nvSpPr>
        <p:spPr>
          <a:xfrm>
            <a:off x="5963811" y="5134582"/>
            <a:ext cx="415498" cy="369332"/>
          </a:xfrm>
          <a:prstGeom prst="rect">
            <a:avLst/>
          </a:prstGeom>
          <a:noFill/>
        </p:spPr>
        <p:txBody>
          <a:bodyPr wrap="none" rtlCol="0">
            <a:spAutoFit/>
          </a:bodyPr>
          <a:lstStyle/>
          <a:p>
            <a:r>
              <a:rPr lang="en-US" dirty="0"/>
              <a:t>PE</a:t>
            </a:r>
          </a:p>
        </p:txBody>
      </p:sp>
      <p:sp>
        <p:nvSpPr>
          <p:cNvPr id="122" name="TextBox 121">
            <a:extLst>
              <a:ext uri="{FF2B5EF4-FFF2-40B4-BE49-F238E27FC236}">
                <a16:creationId xmlns:a16="http://schemas.microsoft.com/office/drawing/2014/main" id="{1176322A-BD37-4201-B56F-779534D1B675}"/>
              </a:ext>
            </a:extLst>
          </p:cNvPr>
          <p:cNvSpPr txBox="1"/>
          <p:nvPr/>
        </p:nvSpPr>
        <p:spPr>
          <a:xfrm>
            <a:off x="1205432" y="5319248"/>
            <a:ext cx="415498" cy="369332"/>
          </a:xfrm>
          <a:prstGeom prst="rect">
            <a:avLst/>
          </a:prstGeom>
          <a:noFill/>
        </p:spPr>
        <p:txBody>
          <a:bodyPr wrap="none" rtlCol="0">
            <a:spAutoFit/>
          </a:bodyPr>
          <a:lstStyle/>
          <a:p>
            <a:r>
              <a:rPr lang="en-US" dirty="0"/>
              <a:t>PE</a:t>
            </a:r>
          </a:p>
        </p:txBody>
      </p:sp>
    </p:spTree>
    <p:extLst>
      <p:ext uri="{BB962C8B-B14F-4D97-AF65-F5344CB8AC3E}">
        <p14:creationId xmlns:p14="http://schemas.microsoft.com/office/powerpoint/2010/main" val="1592895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1"/>
                                        </p:tgtEl>
                                        <p:attrNameLst>
                                          <p:attrName>style.visibility</p:attrName>
                                        </p:attrNameLst>
                                      </p:cBhvr>
                                      <p:to>
                                        <p:strVal val="visible"/>
                                      </p:to>
                                    </p:set>
                                    <p:animEffect transition="in" filter="fade">
                                      <p:cBhvr>
                                        <p:cTn id="7" dur="500"/>
                                        <p:tgtEl>
                                          <p:spTgt spid="12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0"/>
                                        </p:tgtEl>
                                        <p:attrNameLst>
                                          <p:attrName>style.visibility</p:attrName>
                                        </p:attrNameLst>
                                      </p:cBhvr>
                                      <p:to>
                                        <p:strVal val="visible"/>
                                      </p:to>
                                    </p:set>
                                    <p:animEffect transition="in" filter="fade">
                                      <p:cBhvr>
                                        <p:cTn id="10" dur="500"/>
                                        <p:tgtEl>
                                          <p:spTgt spid="1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2"/>
                                        </p:tgtEl>
                                        <p:attrNameLst>
                                          <p:attrName>style.visibility</p:attrName>
                                        </p:attrNameLst>
                                      </p:cBhvr>
                                      <p:to>
                                        <p:strVal val="visible"/>
                                      </p:to>
                                    </p:set>
                                    <p:animEffect transition="in" filter="fade">
                                      <p:cBhvr>
                                        <p:cTn id="13" dur="500"/>
                                        <p:tgtEl>
                                          <p:spTgt spid="1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9"/>
                                        </p:tgtEl>
                                        <p:attrNameLst>
                                          <p:attrName>style.visibility</p:attrName>
                                        </p:attrNameLst>
                                      </p:cBhvr>
                                      <p:to>
                                        <p:strVal val="visible"/>
                                      </p:to>
                                    </p:set>
                                    <p:animEffect transition="in" filter="fade">
                                      <p:cBhvr>
                                        <p:cTn id="16" dur="500"/>
                                        <p:tgtEl>
                                          <p:spTgt spid="1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18"/>
                                        </p:tgtEl>
                                        <p:attrNameLst>
                                          <p:attrName>style.visibility</p:attrName>
                                        </p:attrNameLst>
                                      </p:cBhvr>
                                      <p:to>
                                        <p:strVal val="visible"/>
                                      </p:to>
                                    </p:set>
                                    <p:animEffect transition="in" filter="fade">
                                      <p:cBhvr>
                                        <p:cTn id="26" dur="500"/>
                                        <p:tgtEl>
                                          <p:spTgt spid="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p:bldP spid="119" grpId="0" animBg="1"/>
      <p:bldP spid="120" grpId="0" animBg="1"/>
      <p:bldP spid="121" grpId="0"/>
      <p:bldP spid="1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Property Calculation in Liquid-Vapor Dome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08500" y="6602772"/>
            <a:ext cx="2453888" cy="208581"/>
          </a:xfrm>
          <a:prstGeom prst="rect">
            <a:avLst/>
          </a:prstGeom>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B8EE253-5F2D-44E2-8BA5-4B25C5533B02}"/>
                  </a:ext>
                </a:extLst>
              </p:cNvPr>
              <p:cNvSpPr txBox="1"/>
              <p:nvPr/>
            </p:nvSpPr>
            <p:spPr>
              <a:xfrm>
                <a:off x="383753" y="791907"/>
                <a:ext cx="8613943" cy="830997"/>
              </a:xfrm>
              <a:prstGeom prst="rect">
                <a:avLst/>
              </a:prstGeom>
              <a:noFill/>
            </p:spPr>
            <p:txBody>
              <a:bodyPr wrap="square" rtlCol="0">
                <a:spAutoFit/>
              </a:bodyPr>
              <a:lstStyle/>
              <a:p>
                <a:r>
                  <a:rPr lang="en-US" altLang="zh-CN" sz="2400" b="1" dirty="0">
                    <a:latin typeface="+mj-lt"/>
                  </a:rPr>
                  <a:t>Bowling Pin Analogy to a Change of Phase</a:t>
                </a:r>
              </a:p>
              <a:p>
                <a:r>
                  <a:rPr lang="en-US" altLang="zh-CN" sz="2400" b="1" dirty="0">
                    <a:latin typeface="+mj-lt"/>
                  </a:rPr>
                  <a:t>- Quality </a:t>
                </a:r>
                <a14:m>
                  <m:oMath xmlns:m="http://schemas.openxmlformats.org/officeDocument/2006/math">
                    <m:r>
                      <a:rPr lang="en-US" altLang="zh-CN" sz="2400" b="1" i="1" smtClean="0">
                        <a:latin typeface="Cambria Math" panose="02040503050406030204" pitchFamily="18" charset="0"/>
                      </a:rPr>
                      <m:t>𝒙</m:t>
                    </m:r>
                  </m:oMath>
                </a14:m>
                <a:r>
                  <a:rPr lang="en-US" altLang="zh-CN" sz="2400" b="1" i="1" dirty="0">
                    <a:latin typeface="+mj-lt"/>
                  </a:rPr>
                  <a:t> </a:t>
                </a:r>
                <a:r>
                  <a:rPr lang="en-US" altLang="zh-CN" sz="2400" b="1" dirty="0">
                    <a:latin typeface="+mj-lt"/>
                  </a:rPr>
                  <a:t>– vapor-mass fraction</a:t>
                </a:r>
              </a:p>
            </p:txBody>
          </p:sp>
        </mc:Choice>
        <mc:Fallback xmlns="">
          <p:sp>
            <p:nvSpPr>
              <p:cNvPr id="6" name="TextBox 5">
                <a:extLst>
                  <a:ext uri="{FF2B5EF4-FFF2-40B4-BE49-F238E27FC236}">
                    <a16:creationId xmlns:a16="http://schemas.microsoft.com/office/drawing/2014/main" id="{0B8EE253-5F2D-44E2-8BA5-4B25C5533B02}"/>
                  </a:ext>
                </a:extLst>
              </p:cNvPr>
              <p:cNvSpPr txBox="1">
                <a:spLocks noRot="1" noChangeAspect="1" noMove="1" noResize="1" noEditPoints="1" noAdjustHandles="1" noChangeArrowheads="1" noChangeShapeType="1" noTextEdit="1"/>
              </p:cNvSpPr>
              <p:nvPr/>
            </p:nvSpPr>
            <p:spPr>
              <a:xfrm>
                <a:off x="383753" y="791907"/>
                <a:ext cx="8613943" cy="830997"/>
              </a:xfrm>
              <a:prstGeom prst="rect">
                <a:avLst/>
              </a:prstGeom>
              <a:blipFill>
                <a:blip r:embed="rId4"/>
                <a:stretch>
                  <a:fillRect l="-1132" t="-5882" b="-16176"/>
                </a:stretch>
              </a:blipFill>
            </p:spPr>
            <p:txBody>
              <a:bodyPr/>
              <a:lstStyle/>
              <a:p>
                <a:r>
                  <a:rPr lang="en-US">
                    <a:noFill/>
                  </a:rPr>
                  <a:t> </a:t>
                </a:r>
              </a:p>
            </p:txBody>
          </p:sp>
        </mc:Fallback>
      </mc:AlternateContent>
      <p:sp>
        <p:nvSpPr>
          <p:cNvPr id="11" name="Rectangle 10">
            <a:extLst>
              <a:ext uri="{FF2B5EF4-FFF2-40B4-BE49-F238E27FC236}">
                <a16:creationId xmlns:a16="http://schemas.microsoft.com/office/drawing/2014/main" id="{23EBFFCD-1DCF-43B9-B697-092B3A8D0821}"/>
              </a:ext>
            </a:extLst>
          </p:cNvPr>
          <p:cNvSpPr/>
          <p:nvPr/>
        </p:nvSpPr>
        <p:spPr>
          <a:xfrm rot="16200000">
            <a:off x="248506" y="4603711"/>
            <a:ext cx="1939171" cy="972372"/>
          </a:xfrm>
          <a:prstGeom prst="rect">
            <a:avLst/>
          </a:prstGeom>
          <a:solidFill>
            <a:schemeClr val="bg1"/>
          </a:solidFill>
          <a:ln w="38100">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pic>
        <p:nvPicPr>
          <p:cNvPr id="12" name="Picture 10" descr="https://www.wikihow.com/images/b/b1/Almost-complete-bowling-pin.png">
            <a:extLst>
              <a:ext uri="{FF2B5EF4-FFF2-40B4-BE49-F238E27FC236}">
                <a16:creationId xmlns:a16="http://schemas.microsoft.com/office/drawing/2014/main" id="{D0D03074-B9E8-4871-8D8C-2863490941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5400000">
            <a:off x="675319" y="4153909"/>
            <a:ext cx="1428750" cy="2357438"/>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Group 12">
            <a:extLst>
              <a:ext uri="{FF2B5EF4-FFF2-40B4-BE49-F238E27FC236}">
                <a16:creationId xmlns:a16="http://schemas.microsoft.com/office/drawing/2014/main" id="{383AE0C5-9AB0-412A-95D4-D21B74D9E10D}"/>
              </a:ext>
            </a:extLst>
          </p:cNvPr>
          <p:cNvGrpSpPr/>
          <p:nvPr/>
        </p:nvGrpSpPr>
        <p:grpSpPr>
          <a:xfrm>
            <a:off x="151395" y="5606490"/>
            <a:ext cx="4591837" cy="265725"/>
            <a:chOff x="1047926" y="6168888"/>
            <a:chExt cx="4591837" cy="265725"/>
          </a:xfrm>
        </p:grpSpPr>
        <p:grpSp>
          <p:nvGrpSpPr>
            <p:cNvPr id="15" name="Group 14">
              <a:extLst>
                <a:ext uri="{FF2B5EF4-FFF2-40B4-BE49-F238E27FC236}">
                  <a16:creationId xmlns:a16="http://schemas.microsoft.com/office/drawing/2014/main" id="{4DBD36BB-5181-4B1A-A42E-E165B784355A}"/>
                </a:ext>
              </a:extLst>
            </p:cNvPr>
            <p:cNvGrpSpPr/>
            <p:nvPr/>
          </p:nvGrpSpPr>
          <p:grpSpPr>
            <a:xfrm>
              <a:off x="1047926" y="6168888"/>
              <a:ext cx="2315362" cy="261391"/>
              <a:chOff x="6296811" y="4333164"/>
              <a:chExt cx="2315362" cy="261391"/>
            </a:xfrm>
          </p:grpSpPr>
          <p:cxnSp>
            <p:nvCxnSpPr>
              <p:cNvPr id="31" name="Straight Connector 30">
                <a:extLst>
                  <a:ext uri="{FF2B5EF4-FFF2-40B4-BE49-F238E27FC236}">
                    <a16:creationId xmlns:a16="http://schemas.microsoft.com/office/drawing/2014/main" id="{9925705B-2F3C-4E9B-A6AA-7B4220175A28}"/>
                  </a:ext>
                </a:extLst>
              </p:cNvPr>
              <p:cNvCxnSpPr/>
              <p:nvPr/>
            </p:nvCxnSpPr>
            <p:spPr>
              <a:xfrm>
                <a:off x="6318913" y="4333164"/>
                <a:ext cx="2293260" cy="37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 name="Group 31">
                <a:extLst>
                  <a:ext uri="{FF2B5EF4-FFF2-40B4-BE49-F238E27FC236}">
                    <a16:creationId xmlns:a16="http://schemas.microsoft.com/office/drawing/2014/main" id="{7D735964-C315-49D6-ACDB-47E2AC613F36}"/>
                  </a:ext>
                </a:extLst>
              </p:cNvPr>
              <p:cNvGrpSpPr/>
              <p:nvPr/>
            </p:nvGrpSpPr>
            <p:grpSpPr>
              <a:xfrm>
                <a:off x="6296811" y="4348274"/>
                <a:ext cx="2277467" cy="246281"/>
                <a:chOff x="1294790" y="5251095"/>
                <a:chExt cx="2277467" cy="246281"/>
              </a:xfrm>
            </p:grpSpPr>
            <p:grpSp>
              <p:nvGrpSpPr>
                <p:cNvPr id="33" name="Group 32">
                  <a:extLst>
                    <a:ext uri="{FF2B5EF4-FFF2-40B4-BE49-F238E27FC236}">
                      <a16:creationId xmlns:a16="http://schemas.microsoft.com/office/drawing/2014/main" id="{1B30A564-2D78-4AFB-BF9D-CC20DC95B7C8}"/>
                    </a:ext>
                  </a:extLst>
                </p:cNvPr>
                <p:cNvGrpSpPr/>
                <p:nvPr/>
              </p:nvGrpSpPr>
              <p:grpSpPr>
                <a:xfrm>
                  <a:off x="1294790" y="5251095"/>
                  <a:ext cx="1137513" cy="240182"/>
                  <a:chOff x="1294790" y="5251095"/>
                  <a:chExt cx="1137513" cy="240182"/>
                </a:xfrm>
              </p:grpSpPr>
              <p:cxnSp>
                <p:nvCxnSpPr>
                  <p:cNvPr id="40" name="Straight Connector 39">
                    <a:extLst>
                      <a:ext uri="{FF2B5EF4-FFF2-40B4-BE49-F238E27FC236}">
                        <a16:creationId xmlns:a16="http://schemas.microsoft.com/office/drawing/2014/main" id="{5C245184-1939-4096-848F-46AF2E9A0007}"/>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CDF1F0B-097C-4BAB-A3A3-B6A05F5B2075}"/>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3107AA69-A0C3-4D3A-BB2A-B87731C16B91}"/>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06B303C-C98F-4D21-9EDD-5B5D81BF15ED}"/>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DAB7840-2FD6-49FC-B0BD-54E953D34F6A}"/>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Group 33">
                  <a:extLst>
                    <a:ext uri="{FF2B5EF4-FFF2-40B4-BE49-F238E27FC236}">
                      <a16:creationId xmlns:a16="http://schemas.microsoft.com/office/drawing/2014/main" id="{CCEA0F20-F112-4467-A7D5-62D608A7AEAD}"/>
                    </a:ext>
                  </a:extLst>
                </p:cNvPr>
                <p:cNvGrpSpPr/>
                <p:nvPr/>
              </p:nvGrpSpPr>
              <p:grpSpPr>
                <a:xfrm>
                  <a:off x="2434744" y="5257194"/>
                  <a:ext cx="1137513" cy="240182"/>
                  <a:chOff x="1294790" y="5251095"/>
                  <a:chExt cx="1137513" cy="240182"/>
                </a:xfrm>
              </p:grpSpPr>
              <p:cxnSp>
                <p:nvCxnSpPr>
                  <p:cNvPr id="35" name="Straight Connector 34">
                    <a:extLst>
                      <a:ext uri="{FF2B5EF4-FFF2-40B4-BE49-F238E27FC236}">
                        <a16:creationId xmlns:a16="http://schemas.microsoft.com/office/drawing/2014/main" id="{18AE5AD7-812F-4AFB-959D-85F16085DA26}"/>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636E3A4-F41D-4F2A-90C3-88B221814297}"/>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AA3CC6B-AB6A-4124-9760-C19D2E9C206B}"/>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6CFC15B-D7C4-4225-9112-F3B06A29E727}"/>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77AB4768-2B1C-4060-B78A-9A9395B9D068}"/>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16" name="Group 15">
              <a:extLst>
                <a:ext uri="{FF2B5EF4-FFF2-40B4-BE49-F238E27FC236}">
                  <a16:creationId xmlns:a16="http://schemas.microsoft.com/office/drawing/2014/main" id="{55AAE613-1C0F-44B6-AEC7-042CDF8142FE}"/>
                </a:ext>
              </a:extLst>
            </p:cNvPr>
            <p:cNvGrpSpPr/>
            <p:nvPr/>
          </p:nvGrpSpPr>
          <p:grpSpPr>
            <a:xfrm>
              <a:off x="3324401" y="6173222"/>
              <a:ext cx="2315362" cy="261391"/>
              <a:chOff x="6296811" y="4333164"/>
              <a:chExt cx="2315362" cy="261391"/>
            </a:xfrm>
          </p:grpSpPr>
          <p:cxnSp>
            <p:nvCxnSpPr>
              <p:cNvPr id="17" name="Straight Connector 16">
                <a:extLst>
                  <a:ext uri="{FF2B5EF4-FFF2-40B4-BE49-F238E27FC236}">
                    <a16:creationId xmlns:a16="http://schemas.microsoft.com/office/drawing/2014/main" id="{1692A7ED-39C1-442F-BB27-CEA22769372F}"/>
                  </a:ext>
                </a:extLst>
              </p:cNvPr>
              <p:cNvCxnSpPr/>
              <p:nvPr/>
            </p:nvCxnSpPr>
            <p:spPr>
              <a:xfrm>
                <a:off x="6318913" y="4333164"/>
                <a:ext cx="2293260" cy="37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8B2DB8FB-9031-4954-AFD3-23DB468E0AE4}"/>
                  </a:ext>
                </a:extLst>
              </p:cNvPr>
              <p:cNvGrpSpPr/>
              <p:nvPr/>
            </p:nvGrpSpPr>
            <p:grpSpPr>
              <a:xfrm>
                <a:off x="6296811" y="4348274"/>
                <a:ext cx="2277467" cy="246281"/>
                <a:chOff x="1294790" y="5251095"/>
                <a:chExt cx="2277467" cy="246281"/>
              </a:xfrm>
            </p:grpSpPr>
            <p:grpSp>
              <p:nvGrpSpPr>
                <p:cNvPr id="19" name="Group 18">
                  <a:extLst>
                    <a:ext uri="{FF2B5EF4-FFF2-40B4-BE49-F238E27FC236}">
                      <a16:creationId xmlns:a16="http://schemas.microsoft.com/office/drawing/2014/main" id="{0E3B0B56-2D1E-492D-A04D-516000D3D098}"/>
                    </a:ext>
                  </a:extLst>
                </p:cNvPr>
                <p:cNvGrpSpPr/>
                <p:nvPr/>
              </p:nvGrpSpPr>
              <p:grpSpPr>
                <a:xfrm>
                  <a:off x="1294790" y="5251095"/>
                  <a:ext cx="1137513" cy="240182"/>
                  <a:chOff x="1294790" y="5251095"/>
                  <a:chExt cx="1137513" cy="240182"/>
                </a:xfrm>
              </p:grpSpPr>
              <p:cxnSp>
                <p:nvCxnSpPr>
                  <p:cNvPr id="26" name="Straight Connector 25">
                    <a:extLst>
                      <a:ext uri="{FF2B5EF4-FFF2-40B4-BE49-F238E27FC236}">
                        <a16:creationId xmlns:a16="http://schemas.microsoft.com/office/drawing/2014/main" id="{8BCC48AF-1793-47F6-864B-F2AF2B45260C}"/>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68E7F9F-7D92-41A1-811E-57A5AAD4D97C}"/>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C974E49-E745-4F10-8BDE-EA88DF948DCC}"/>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299AE60-83E6-4DDD-8C0E-90089AF46516}"/>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4108222-D574-44AA-AA5D-934EF5A84B6E}"/>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 name="Group 19">
                  <a:extLst>
                    <a:ext uri="{FF2B5EF4-FFF2-40B4-BE49-F238E27FC236}">
                      <a16:creationId xmlns:a16="http://schemas.microsoft.com/office/drawing/2014/main" id="{47C5C2B9-38D4-4614-A55F-02CB6AFFA1EE}"/>
                    </a:ext>
                  </a:extLst>
                </p:cNvPr>
                <p:cNvGrpSpPr/>
                <p:nvPr/>
              </p:nvGrpSpPr>
              <p:grpSpPr>
                <a:xfrm>
                  <a:off x="2434744" y="5257194"/>
                  <a:ext cx="1137513" cy="240182"/>
                  <a:chOff x="1294790" y="5251095"/>
                  <a:chExt cx="1137513" cy="240182"/>
                </a:xfrm>
              </p:grpSpPr>
              <p:cxnSp>
                <p:nvCxnSpPr>
                  <p:cNvPr id="21" name="Straight Connector 20">
                    <a:extLst>
                      <a:ext uri="{FF2B5EF4-FFF2-40B4-BE49-F238E27FC236}">
                        <a16:creationId xmlns:a16="http://schemas.microsoft.com/office/drawing/2014/main" id="{09DABE56-BBE5-4C62-8F89-86537966B7D0}"/>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8739DD2-23EC-4941-8FD2-9A5A192991C6}"/>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CBBB5A9-870A-4043-84C7-9AB0D9605CBA}"/>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D0E95A85-8B2E-4B19-99BE-A85578F4D048}"/>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D8F6E4D9-05CB-456D-8B64-FEF9A58C3913}"/>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sp>
        <p:nvSpPr>
          <p:cNvPr id="45" name="Rectangle 44">
            <a:extLst>
              <a:ext uri="{FF2B5EF4-FFF2-40B4-BE49-F238E27FC236}">
                <a16:creationId xmlns:a16="http://schemas.microsoft.com/office/drawing/2014/main" id="{AD4A9C18-54C1-4909-A55A-669786D9AF74}"/>
              </a:ext>
            </a:extLst>
          </p:cNvPr>
          <p:cNvSpPr/>
          <p:nvPr/>
        </p:nvSpPr>
        <p:spPr>
          <a:xfrm>
            <a:off x="795322" y="5834160"/>
            <a:ext cx="860763" cy="369332"/>
          </a:xfrm>
          <a:prstGeom prst="rect">
            <a:avLst/>
          </a:prstGeom>
        </p:spPr>
        <p:txBody>
          <a:bodyPr wrap="square">
            <a:spAutoFit/>
          </a:bodyPr>
          <a:lstStyle/>
          <a:p>
            <a:r>
              <a:rPr lang="en-US" altLang="zh-CN" b="1" dirty="0">
                <a:solidFill>
                  <a:srgbClr val="FF0000"/>
                </a:solidFill>
              </a:rPr>
              <a:t>liquid</a:t>
            </a:r>
            <a:endParaRPr lang="en-US" dirty="0">
              <a:solidFill>
                <a:srgbClr val="FF0000"/>
              </a:solidFill>
            </a:endParaRPr>
          </a:p>
        </p:txBody>
      </p:sp>
      <p:sp>
        <p:nvSpPr>
          <p:cNvPr id="46" name="Rectangle 45">
            <a:extLst>
              <a:ext uri="{FF2B5EF4-FFF2-40B4-BE49-F238E27FC236}">
                <a16:creationId xmlns:a16="http://schemas.microsoft.com/office/drawing/2014/main" id="{146E9392-F9DA-47CD-A5B0-6A58579EBA49}"/>
              </a:ext>
            </a:extLst>
          </p:cNvPr>
          <p:cNvSpPr/>
          <p:nvPr/>
        </p:nvSpPr>
        <p:spPr>
          <a:xfrm>
            <a:off x="5342172" y="5835640"/>
            <a:ext cx="860763" cy="369332"/>
          </a:xfrm>
          <a:prstGeom prst="rect">
            <a:avLst/>
          </a:prstGeom>
        </p:spPr>
        <p:txBody>
          <a:bodyPr wrap="square">
            <a:spAutoFit/>
          </a:bodyPr>
          <a:lstStyle/>
          <a:p>
            <a:r>
              <a:rPr lang="en-US" altLang="zh-CN" b="1" dirty="0">
                <a:solidFill>
                  <a:srgbClr val="FF0000"/>
                </a:solidFill>
              </a:rPr>
              <a:t>vapor</a:t>
            </a:r>
            <a:endParaRPr lang="en-US" dirty="0">
              <a:solidFill>
                <a:srgbClr val="FF0000"/>
              </a:solidFill>
            </a:endParaRPr>
          </a:p>
        </p:txBody>
      </p:sp>
      <p:pic>
        <p:nvPicPr>
          <p:cNvPr id="47" name="Picture 10" descr="https://www.wikihow.com/images/b/b1/Almost-complete-bowling-pin.png">
            <a:extLst>
              <a:ext uri="{FF2B5EF4-FFF2-40B4-BE49-F238E27FC236}">
                <a16:creationId xmlns:a16="http://schemas.microsoft.com/office/drawing/2014/main" id="{DCF73970-D47E-4300-8975-7915184365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91346" y="3480686"/>
            <a:ext cx="1428750" cy="2357438"/>
          </a:xfrm>
          <a:prstGeom prst="rect">
            <a:avLst/>
          </a:prstGeom>
          <a:noFill/>
          <a:extLst>
            <a:ext uri="{909E8E84-426E-40DD-AFC4-6F175D3DCCD1}">
              <a14:hiddenFill xmlns:a14="http://schemas.microsoft.com/office/drawing/2010/main">
                <a:solidFill>
                  <a:srgbClr val="FFFFFF"/>
                </a:solidFill>
              </a14:hiddenFill>
            </a:ext>
          </a:extLst>
        </p:spPr>
      </p:pic>
      <p:grpSp>
        <p:nvGrpSpPr>
          <p:cNvPr id="48" name="Group 47">
            <a:extLst>
              <a:ext uri="{FF2B5EF4-FFF2-40B4-BE49-F238E27FC236}">
                <a16:creationId xmlns:a16="http://schemas.microsoft.com/office/drawing/2014/main" id="{6EB24011-0321-488A-A73C-D196484F70A6}"/>
              </a:ext>
            </a:extLst>
          </p:cNvPr>
          <p:cNvGrpSpPr/>
          <p:nvPr/>
        </p:nvGrpSpPr>
        <p:grpSpPr>
          <a:xfrm>
            <a:off x="4724875" y="5616848"/>
            <a:ext cx="2315362" cy="261391"/>
            <a:chOff x="6296811" y="4333164"/>
            <a:chExt cx="2315362" cy="261391"/>
          </a:xfrm>
        </p:grpSpPr>
        <p:cxnSp>
          <p:nvCxnSpPr>
            <p:cNvPr id="49" name="Straight Connector 48">
              <a:extLst>
                <a:ext uri="{FF2B5EF4-FFF2-40B4-BE49-F238E27FC236}">
                  <a16:creationId xmlns:a16="http://schemas.microsoft.com/office/drawing/2014/main" id="{3E1A584A-90AA-48D2-AB32-15AE92920E94}"/>
                </a:ext>
              </a:extLst>
            </p:cNvPr>
            <p:cNvCxnSpPr/>
            <p:nvPr/>
          </p:nvCxnSpPr>
          <p:spPr>
            <a:xfrm>
              <a:off x="6318913" y="4333164"/>
              <a:ext cx="2293260" cy="373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0" name="Group 49">
              <a:extLst>
                <a:ext uri="{FF2B5EF4-FFF2-40B4-BE49-F238E27FC236}">
                  <a16:creationId xmlns:a16="http://schemas.microsoft.com/office/drawing/2014/main" id="{F01B69DD-ECAA-4E14-8C1D-558F157E64AA}"/>
                </a:ext>
              </a:extLst>
            </p:cNvPr>
            <p:cNvGrpSpPr/>
            <p:nvPr/>
          </p:nvGrpSpPr>
          <p:grpSpPr>
            <a:xfrm>
              <a:off x="6296811" y="4348274"/>
              <a:ext cx="2277467" cy="246281"/>
              <a:chOff x="1294790" y="5251095"/>
              <a:chExt cx="2277467" cy="246281"/>
            </a:xfrm>
          </p:grpSpPr>
          <p:grpSp>
            <p:nvGrpSpPr>
              <p:cNvPr id="51" name="Group 50">
                <a:extLst>
                  <a:ext uri="{FF2B5EF4-FFF2-40B4-BE49-F238E27FC236}">
                    <a16:creationId xmlns:a16="http://schemas.microsoft.com/office/drawing/2014/main" id="{75AC5574-0E11-48E4-AFA1-4C9C48EFBB56}"/>
                  </a:ext>
                </a:extLst>
              </p:cNvPr>
              <p:cNvGrpSpPr/>
              <p:nvPr/>
            </p:nvGrpSpPr>
            <p:grpSpPr>
              <a:xfrm>
                <a:off x="1294790" y="5251095"/>
                <a:ext cx="1137513" cy="240182"/>
                <a:chOff x="1294790" y="5251095"/>
                <a:chExt cx="1137513" cy="240182"/>
              </a:xfrm>
            </p:grpSpPr>
            <p:cxnSp>
              <p:nvCxnSpPr>
                <p:cNvPr id="58" name="Straight Connector 57">
                  <a:extLst>
                    <a:ext uri="{FF2B5EF4-FFF2-40B4-BE49-F238E27FC236}">
                      <a16:creationId xmlns:a16="http://schemas.microsoft.com/office/drawing/2014/main" id="{22BE691A-6FCE-4BA5-96C4-D32AA6F99333}"/>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981AA3B-C291-477A-B196-C4FDE5F0930C}"/>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237F4B63-FB59-4F4B-A31E-2666264C1C37}"/>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EAB1577-CAEC-4CB8-B3A1-DED73C345D38}"/>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6AE1989-B6E6-480B-BFE0-2BE6557671CF}"/>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52" name="Group 51">
                <a:extLst>
                  <a:ext uri="{FF2B5EF4-FFF2-40B4-BE49-F238E27FC236}">
                    <a16:creationId xmlns:a16="http://schemas.microsoft.com/office/drawing/2014/main" id="{18EDF4CB-BFAD-4EDF-949C-E0BD8C6E5B81}"/>
                  </a:ext>
                </a:extLst>
              </p:cNvPr>
              <p:cNvGrpSpPr/>
              <p:nvPr/>
            </p:nvGrpSpPr>
            <p:grpSpPr>
              <a:xfrm>
                <a:off x="2434744" y="5257194"/>
                <a:ext cx="1137513" cy="240182"/>
                <a:chOff x="1294790" y="5251095"/>
                <a:chExt cx="1137513" cy="240182"/>
              </a:xfrm>
            </p:grpSpPr>
            <p:cxnSp>
              <p:nvCxnSpPr>
                <p:cNvPr id="53" name="Straight Connector 52">
                  <a:extLst>
                    <a:ext uri="{FF2B5EF4-FFF2-40B4-BE49-F238E27FC236}">
                      <a16:creationId xmlns:a16="http://schemas.microsoft.com/office/drawing/2014/main" id="{B1128BED-3344-4C84-AFCE-BCCD8238773C}"/>
                    </a:ext>
                  </a:extLst>
                </p:cNvPr>
                <p:cNvCxnSpPr/>
                <p:nvPr/>
              </p:nvCxnSpPr>
              <p:spPr>
                <a:xfrm flipH="1">
                  <a:off x="1294790" y="5252314"/>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79D95CB9-2809-4EB0-81FC-1080E3371683}"/>
                    </a:ext>
                  </a:extLst>
                </p:cNvPr>
                <p:cNvCxnSpPr/>
                <p:nvPr/>
              </p:nvCxnSpPr>
              <p:spPr>
                <a:xfrm flipH="1">
                  <a:off x="1527657" y="5251095"/>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3E6818AA-69B5-4C8D-88FD-FF5BD418D78A}"/>
                    </a:ext>
                  </a:extLst>
                </p:cNvPr>
                <p:cNvCxnSpPr/>
                <p:nvPr/>
              </p:nvCxnSpPr>
              <p:spPr>
                <a:xfrm flipH="1">
                  <a:off x="1753209" y="5257191"/>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ACF5FF6-58F4-40C0-A203-413CE4368457}"/>
                    </a:ext>
                  </a:extLst>
                </p:cNvPr>
                <p:cNvCxnSpPr/>
                <p:nvPr/>
              </p:nvCxnSpPr>
              <p:spPr>
                <a:xfrm flipH="1">
                  <a:off x="1978761"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D092200-707C-4399-A9AB-0E7F0CAF3562}"/>
                    </a:ext>
                  </a:extLst>
                </p:cNvPr>
                <p:cNvCxnSpPr/>
                <p:nvPr/>
              </p:nvCxnSpPr>
              <p:spPr>
                <a:xfrm flipH="1">
                  <a:off x="2212847" y="5255972"/>
                  <a:ext cx="219456" cy="234086"/>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grpSp>
        </p:grpSp>
      </p:gr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708FAA9-80AA-4BC0-A994-5875DDF575C4}"/>
                  </a:ext>
                </a:extLst>
              </p:cNvPr>
              <p:cNvSpPr txBox="1"/>
              <p:nvPr/>
            </p:nvSpPr>
            <p:spPr>
              <a:xfrm>
                <a:off x="294410" y="2007528"/>
                <a:ext cx="4198393" cy="65312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𝑣</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f>
                            <m:fPr>
                              <m:ctrlPr>
                                <a:rPr lang="en-US" sz="2400" b="0" i="1" smtClean="0">
                                  <a:latin typeface="Cambria Math" panose="02040503050406030204" pitchFamily="18" charset="0"/>
                                </a:rPr>
                              </m:ctrlPr>
                            </m:fPr>
                            <m:nu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𝑚</m:t>
                                  </m:r>
                                </m:e>
                                <m:sub>
                                  <m:r>
                                    <a:rPr lang="en-US" sz="2400" b="0" i="1" smtClean="0">
                                      <a:latin typeface="Cambria Math" panose="02040503050406030204" pitchFamily="18" charset="0"/>
                                    </a:rPr>
                                    <m:t>𝑙𝑖𝑞𝑢𝑖𝑑</m:t>
                                  </m:r>
                                </m:sub>
                              </m:sSub>
                            </m:num>
                            <m:den>
                              <m:r>
                                <a:rPr lang="en-US" sz="2400" b="0" i="1" smtClean="0">
                                  <a:latin typeface="Cambria Math" panose="02040503050406030204" pitchFamily="18" charset="0"/>
                                </a:rPr>
                                <m:t>𝑚</m:t>
                              </m:r>
                            </m:den>
                          </m:f>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m:t>
                      </m:r>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𝑚</m:t>
                                  </m:r>
                                </m:e>
                                <m:sub>
                                  <m:r>
                                    <a:rPr lang="en-US" sz="2400" b="0" i="1" smtClean="0">
                                      <a:latin typeface="Cambria Math" panose="02040503050406030204" pitchFamily="18" charset="0"/>
                                    </a:rPr>
                                    <m:t>𝑣𝑎𝑝𝑜𝑟</m:t>
                                  </m:r>
                                </m:sub>
                              </m:sSub>
                            </m:num>
                            <m:den>
                              <m:r>
                                <a:rPr lang="en-US" sz="2400" i="1">
                                  <a:latin typeface="Cambria Math" panose="02040503050406030204" pitchFamily="18" charset="0"/>
                                </a:rPr>
                                <m:t>𝑚</m:t>
                              </m:r>
                            </m:den>
                          </m:f>
                        </m:e>
                      </m:d>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𝑔</m:t>
                          </m:r>
                        </m:sub>
                      </m:sSub>
                    </m:oMath>
                  </m:oMathPara>
                </a14:m>
                <a:endParaRPr lang="en-US" sz="2400" dirty="0"/>
              </a:p>
            </p:txBody>
          </p:sp>
        </mc:Choice>
        <mc:Fallback xmlns="">
          <p:sp>
            <p:nvSpPr>
              <p:cNvPr id="2" name="TextBox 1">
                <a:extLst>
                  <a:ext uri="{FF2B5EF4-FFF2-40B4-BE49-F238E27FC236}">
                    <a16:creationId xmlns:a16="http://schemas.microsoft.com/office/drawing/2014/main" id="{D708FAA9-80AA-4BC0-A994-5875DDF575C4}"/>
                  </a:ext>
                </a:extLst>
              </p:cNvPr>
              <p:cNvSpPr txBox="1">
                <a:spLocks noRot="1" noChangeAspect="1" noMove="1" noResize="1" noEditPoints="1" noAdjustHandles="1" noChangeArrowheads="1" noChangeShapeType="1" noTextEdit="1"/>
              </p:cNvSpPr>
              <p:nvPr/>
            </p:nvSpPr>
            <p:spPr>
              <a:xfrm>
                <a:off x="294410" y="2007528"/>
                <a:ext cx="4198393" cy="65312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031D27B-7DA0-47E9-9735-908FF1A7A31A}"/>
                  </a:ext>
                </a:extLst>
              </p:cNvPr>
              <p:cNvSpPr txBox="1"/>
              <p:nvPr/>
            </p:nvSpPr>
            <p:spPr>
              <a:xfrm>
                <a:off x="731905" y="2932328"/>
                <a:ext cx="2747675" cy="3994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𝑣</m:t>
                      </m:r>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𝑥</m:t>
                          </m:r>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𝑔</m:t>
                          </m:r>
                        </m:sub>
                      </m:sSub>
                    </m:oMath>
                  </m:oMathPara>
                </a14:m>
                <a:endParaRPr lang="en-US" sz="2400" dirty="0"/>
              </a:p>
            </p:txBody>
          </p:sp>
        </mc:Choice>
        <mc:Fallback xmlns="">
          <p:sp>
            <p:nvSpPr>
              <p:cNvPr id="4" name="TextBox 3">
                <a:extLst>
                  <a:ext uri="{FF2B5EF4-FFF2-40B4-BE49-F238E27FC236}">
                    <a16:creationId xmlns:a16="http://schemas.microsoft.com/office/drawing/2014/main" id="{5031D27B-7DA0-47E9-9735-908FF1A7A31A}"/>
                  </a:ext>
                </a:extLst>
              </p:cNvPr>
              <p:cNvSpPr txBox="1">
                <a:spLocks noRot="1" noChangeAspect="1" noMove="1" noResize="1" noEditPoints="1" noAdjustHandles="1" noChangeArrowheads="1" noChangeShapeType="1" noTextEdit="1"/>
              </p:cNvSpPr>
              <p:nvPr/>
            </p:nvSpPr>
            <p:spPr>
              <a:xfrm>
                <a:off x="731905" y="2932328"/>
                <a:ext cx="2747675" cy="399405"/>
              </a:xfrm>
              <a:prstGeom prst="rect">
                <a:avLst/>
              </a:prstGeom>
              <a:blipFill>
                <a:blip r:embed="rId7"/>
                <a:stretch>
                  <a:fillRect l="-1109" r="-665" b="-257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10965B30-D268-4CA0-B422-538C6A99B723}"/>
                  </a:ext>
                </a:extLst>
              </p:cNvPr>
              <p:cNvSpPr txBox="1"/>
              <p:nvPr/>
            </p:nvSpPr>
            <p:spPr>
              <a:xfrm>
                <a:off x="1012422" y="3492280"/>
                <a:ext cx="2443233" cy="39940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m:t>
                      </m:r>
                      <m:r>
                        <a:rPr lang="en-US" sz="2400" b="0" i="1" smtClean="0">
                          <a:latin typeface="Cambria Math" panose="02040503050406030204" pitchFamily="18" charset="0"/>
                        </a:rPr>
                        <m:t>𝑥</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𝑔</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𝑓</m:t>
                          </m:r>
                        </m:sub>
                      </m:sSub>
                      <m:r>
                        <a:rPr lang="en-US" sz="2400" b="0" i="1" smtClean="0">
                          <a:latin typeface="Cambria Math" panose="02040503050406030204" pitchFamily="18" charset="0"/>
                        </a:rPr>
                        <m:t>)</m:t>
                      </m:r>
                    </m:oMath>
                  </m:oMathPara>
                </a14:m>
                <a:endParaRPr lang="en-US" sz="2400" dirty="0"/>
              </a:p>
            </p:txBody>
          </p:sp>
        </mc:Choice>
        <mc:Fallback xmlns="">
          <p:sp>
            <p:nvSpPr>
              <p:cNvPr id="63" name="TextBox 62">
                <a:extLst>
                  <a:ext uri="{FF2B5EF4-FFF2-40B4-BE49-F238E27FC236}">
                    <a16:creationId xmlns:a16="http://schemas.microsoft.com/office/drawing/2014/main" id="{10965B30-D268-4CA0-B422-538C6A99B723}"/>
                  </a:ext>
                </a:extLst>
              </p:cNvPr>
              <p:cNvSpPr txBox="1">
                <a:spLocks noRot="1" noChangeAspect="1" noMove="1" noResize="1" noEditPoints="1" noAdjustHandles="1" noChangeArrowheads="1" noChangeShapeType="1" noTextEdit="1"/>
              </p:cNvSpPr>
              <p:nvPr/>
            </p:nvSpPr>
            <p:spPr>
              <a:xfrm>
                <a:off x="1012422" y="3492280"/>
                <a:ext cx="2443233" cy="399405"/>
              </a:xfrm>
              <a:prstGeom prst="rect">
                <a:avLst/>
              </a:prstGeom>
              <a:blipFill>
                <a:blip r:embed="rId8"/>
                <a:stretch>
                  <a:fillRect l="-748" r="-4239" b="-27692"/>
                </a:stretch>
              </a:blipFill>
            </p:spPr>
            <p:txBody>
              <a:bodyPr/>
              <a:lstStyle/>
              <a:p>
                <a:r>
                  <a:rPr lang="en-US">
                    <a:noFill/>
                  </a:rPr>
                  <a:t> </a:t>
                </a:r>
              </a:p>
            </p:txBody>
          </p:sp>
        </mc:Fallback>
      </mc:AlternateContent>
      <p:grpSp>
        <p:nvGrpSpPr>
          <p:cNvPr id="64" name="Group 63">
            <a:extLst>
              <a:ext uri="{FF2B5EF4-FFF2-40B4-BE49-F238E27FC236}">
                <a16:creationId xmlns:a16="http://schemas.microsoft.com/office/drawing/2014/main" id="{C18E657D-EFB4-4DF6-817C-C8FA2A2AAD02}"/>
              </a:ext>
            </a:extLst>
          </p:cNvPr>
          <p:cNvGrpSpPr>
            <a:grpSpLocks noChangeAspect="1"/>
          </p:cNvGrpSpPr>
          <p:nvPr/>
        </p:nvGrpSpPr>
        <p:grpSpPr>
          <a:xfrm>
            <a:off x="5791376" y="661307"/>
            <a:ext cx="3120652" cy="2898921"/>
            <a:chOff x="4349071" y="1423430"/>
            <a:chExt cx="5048978" cy="4690235"/>
          </a:xfrm>
        </p:grpSpPr>
        <p:pic>
          <p:nvPicPr>
            <p:cNvPr id="65" name="Picture 64">
              <a:extLst>
                <a:ext uri="{FF2B5EF4-FFF2-40B4-BE49-F238E27FC236}">
                  <a16:creationId xmlns:a16="http://schemas.microsoft.com/office/drawing/2014/main" id="{AF6FBA8A-5A57-43B9-B35E-D3D6B944DDAD}"/>
                </a:ext>
              </a:extLst>
            </p:cNvPr>
            <p:cNvPicPr>
              <a:picLocks noChangeAspect="1"/>
            </p:cNvPicPr>
            <p:nvPr/>
          </p:nvPicPr>
          <p:blipFill>
            <a:blip r:embed="rId9"/>
            <a:stretch>
              <a:fillRect/>
            </a:stretch>
          </p:blipFill>
          <p:spPr>
            <a:xfrm>
              <a:off x="4349071" y="1423430"/>
              <a:ext cx="5048978" cy="4690235"/>
            </a:xfrm>
            <a:prstGeom prst="rect">
              <a:avLst/>
            </a:prstGeom>
          </p:spPr>
        </p:pic>
        <p:sp>
          <p:nvSpPr>
            <p:cNvPr id="66" name="Freeform 77">
              <a:extLst>
                <a:ext uri="{FF2B5EF4-FFF2-40B4-BE49-F238E27FC236}">
                  <a16:creationId xmlns:a16="http://schemas.microsoft.com/office/drawing/2014/main" id="{EF289B03-47B3-45AE-8115-E7B39F2C08C6}"/>
                </a:ext>
              </a:extLst>
            </p:cNvPr>
            <p:cNvSpPr/>
            <p:nvPr/>
          </p:nvSpPr>
          <p:spPr>
            <a:xfrm>
              <a:off x="6019312" y="3892059"/>
              <a:ext cx="1003300" cy="406400"/>
            </a:xfrm>
            <a:custGeom>
              <a:avLst/>
              <a:gdLst>
                <a:gd name="connsiteX0" fmla="*/ 790575 w 1003300"/>
                <a:gd name="connsiteY0" fmla="*/ 73025 h 406400"/>
                <a:gd name="connsiteX1" fmla="*/ 1003300 w 1003300"/>
                <a:gd name="connsiteY1" fmla="*/ 381000 h 406400"/>
                <a:gd name="connsiteX2" fmla="*/ 0 w 1003300"/>
                <a:gd name="connsiteY2" fmla="*/ 406400 h 406400"/>
                <a:gd name="connsiteX3" fmla="*/ 276225 w 1003300"/>
                <a:gd name="connsiteY3" fmla="*/ 47625 h 406400"/>
                <a:gd name="connsiteX4" fmla="*/ 549275 w 1003300"/>
                <a:gd name="connsiteY4" fmla="*/ 0 h 406400"/>
                <a:gd name="connsiteX5" fmla="*/ 790575 w 1003300"/>
                <a:gd name="connsiteY5" fmla="*/ 73025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300" h="406400">
                  <a:moveTo>
                    <a:pt x="790575" y="73025"/>
                  </a:moveTo>
                  <a:lnTo>
                    <a:pt x="1003300" y="381000"/>
                  </a:lnTo>
                  <a:lnTo>
                    <a:pt x="0" y="406400"/>
                  </a:lnTo>
                  <a:lnTo>
                    <a:pt x="276225" y="47625"/>
                  </a:lnTo>
                  <a:lnTo>
                    <a:pt x="549275" y="0"/>
                  </a:lnTo>
                  <a:lnTo>
                    <a:pt x="790575" y="73025"/>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Freeform 78">
              <a:extLst>
                <a:ext uri="{FF2B5EF4-FFF2-40B4-BE49-F238E27FC236}">
                  <a16:creationId xmlns:a16="http://schemas.microsoft.com/office/drawing/2014/main" id="{1CAC0FCB-747C-487B-958D-CAD304926669}"/>
                </a:ext>
              </a:extLst>
            </p:cNvPr>
            <p:cNvSpPr/>
            <p:nvPr/>
          </p:nvSpPr>
          <p:spPr>
            <a:xfrm>
              <a:off x="5381137" y="4339734"/>
              <a:ext cx="746125" cy="574675"/>
            </a:xfrm>
            <a:custGeom>
              <a:avLst/>
              <a:gdLst>
                <a:gd name="connsiteX0" fmla="*/ 746125 w 746125"/>
                <a:gd name="connsiteY0" fmla="*/ 6350 h 574675"/>
                <a:gd name="connsiteX1" fmla="*/ 41275 w 746125"/>
                <a:gd name="connsiteY1" fmla="*/ 0 h 574675"/>
                <a:gd name="connsiteX2" fmla="*/ 0 w 746125"/>
                <a:gd name="connsiteY2" fmla="*/ 114300 h 574675"/>
                <a:gd name="connsiteX3" fmla="*/ 53975 w 746125"/>
                <a:gd name="connsiteY3" fmla="*/ 263525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34925 w 746125"/>
                <a:gd name="connsiteY4" fmla="*/ 349250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125" h="574675">
                  <a:moveTo>
                    <a:pt x="746125" y="6350"/>
                  </a:moveTo>
                  <a:lnTo>
                    <a:pt x="41275" y="0"/>
                  </a:lnTo>
                  <a:lnTo>
                    <a:pt x="0" y="114300"/>
                  </a:lnTo>
                  <a:lnTo>
                    <a:pt x="38100" y="241300"/>
                  </a:lnTo>
                  <a:cubicBezTo>
                    <a:pt x="37042" y="277283"/>
                    <a:pt x="35983" y="313267"/>
                    <a:pt x="34925" y="349250"/>
                  </a:cubicBezTo>
                  <a:lnTo>
                    <a:pt x="104775" y="533400"/>
                  </a:lnTo>
                  <a:lnTo>
                    <a:pt x="203200" y="574675"/>
                  </a:lnTo>
                  <a:lnTo>
                    <a:pt x="365125" y="501650"/>
                  </a:lnTo>
                  <a:lnTo>
                    <a:pt x="746125" y="6350"/>
                  </a:lnTo>
                  <a:close/>
                </a:path>
              </a:pathLst>
            </a:cu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69" name="TextBox 68">
            <a:extLst>
              <a:ext uri="{FF2B5EF4-FFF2-40B4-BE49-F238E27FC236}">
                <a16:creationId xmlns:a16="http://schemas.microsoft.com/office/drawing/2014/main" id="{54751F1C-F19C-40CA-A60C-4C89D041FD77}"/>
              </a:ext>
            </a:extLst>
          </p:cNvPr>
          <p:cNvSpPr txBox="1"/>
          <p:nvPr/>
        </p:nvSpPr>
        <p:spPr>
          <a:xfrm>
            <a:off x="757488" y="4127545"/>
            <a:ext cx="2013693" cy="461665"/>
          </a:xfrm>
          <a:prstGeom prst="rect">
            <a:avLst/>
          </a:prstGeom>
          <a:noFill/>
        </p:spPr>
        <p:txBody>
          <a:bodyPr wrap="none" rtlCol="0">
            <a:spAutoFit/>
          </a:bodyPr>
          <a:lstStyle/>
          <a:p>
            <a:r>
              <a:rPr lang="en-US" sz="2400" dirty="0"/>
              <a:t>Can find </a:t>
            </a:r>
            <a:r>
              <a:rPr lang="en-US" sz="2400" i="1" dirty="0"/>
              <a:t>u, h, s</a:t>
            </a:r>
            <a:endParaRPr lang="en-US" sz="2400" dirty="0"/>
          </a:p>
        </p:txBody>
      </p:sp>
    </p:spTree>
    <p:extLst>
      <p:ext uri="{BB962C8B-B14F-4D97-AF65-F5344CB8AC3E}">
        <p14:creationId xmlns:p14="http://schemas.microsoft.com/office/powerpoint/2010/main" val="4143357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fade">
                                      <p:cBhvr>
                                        <p:cTn id="17" dur="500"/>
                                        <p:tgtEl>
                                          <p:spTgt spid="6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9"/>
                                        </p:tgtEl>
                                        <p:attrNameLst>
                                          <p:attrName>style.visibility</p:attrName>
                                        </p:attrNameLst>
                                      </p:cBhvr>
                                      <p:to>
                                        <p:strVal val="visible"/>
                                      </p:to>
                                    </p:set>
                                    <p:animEffect transition="in" filter="fade">
                                      <p:cBhvr>
                                        <p:cTn id="22"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63" grpId="0"/>
      <p:bldP spid="6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A supercritical fluid is found in region?</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7" name="Freeform 26">
            <a:extLst>
              <a:ext uri="{FF2B5EF4-FFF2-40B4-BE49-F238E27FC236}">
                <a16:creationId xmlns:a16="http://schemas.microsoft.com/office/drawing/2014/main" id="{437F5986-E3FC-412F-9294-BB5F8370FFD2}"/>
              </a:ext>
            </a:extLst>
          </p:cNvPr>
          <p:cNvSpPr/>
          <p:nvPr/>
        </p:nvSpPr>
        <p:spPr>
          <a:xfrm>
            <a:off x="2323102" y="2153920"/>
            <a:ext cx="3576471" cy="1737747"/>
          </a:xfrm>
          <a:custGeom>
            <a:avLst/>
            <a:gdLst>
              <a:gd name="connsiteX0" fmla="*/ 751840 w 3322320"/>
              <a:gd name="connsiteY0" fmla="*/ 1737360 h 1737360"/>
              <a:gd name="connsiteX1" fmla="*/ 294640 w 3322320"/>
              <a:gd name="connsiteY1" fmla="*/ 1737360 h 1737360"/>
              <a:gd name="connsiteX2" fmla="*/ 0 w 3322320"/>
              <a:gd name="connsiteY2" fmla="*/ 1087120 h 1737360"/>
              <a:gd name="connsiteX3" fmla="*/ 10160 w 3322320"/>
              <a:gd name="connsiteY3" fmla="*/ 975360 h 1737360"/>
              <a:gd name="connsiteX4" fmla="*/ 20320 w 3322320"/>
              <a:gd name="connsiteY4" fmla="*/ 40640 h 1737360"/>
              <a:gd name="connsiteX5" fmla="*/ 3322320 w 3322320"/>
              <a:gd name="connsiteY5" fmla="*/ 0 h 1737360"/>
              <a:gd name="connsiteX6" fmla="*/ 3322320 w 3322320"/>
              <a:gd name="connsiteY6" fmla="*/ 1706880 h 1737360"/>
              <a:gd name="connsiteX7" fmla="*/ 751840 w 3322320"/>
              <a:gd name="connsiteY7" fmla="*/ 1737360 h 1737360"/>
              <a:gd name="connsiteX0" fmla="*/ 751840 w 3322320"/>
              <a:gd name="connsiteY0" fmla="*/ 1737360 h 1737360"/>
              <a:gd name="connsiteX1" fmla="*/ 294640 w 3322320"/>
              <a:gd name="connsiteY1" fmla="*/ 1737360 h 1737360"/>
              <a:gd name="connsiteX2" fmla="*/ 0 w 3322320"/>
              <a:gd name="connsiteY2" fmla="*/ 1087120 h 1737360"/>
              <a:gd name="connsiteX3" fmla="*/ 20320 w 3322320"/>
              <a:gd name="connsiteY3" fmla="*/ 40640 h 1737360"/>
              <a:gd name="connsiteX4" fmla="*/ 3322320 w 3322320"/>
              <a:gd name="connsiteY4" fmla="*/ 0 h 1737360"/>
              <a:gd name="connsiteX5" fmla="*/ 3322320 w 3322320"/>
              <a:gd name="connsiteY5" fmla="*/ 1706880 h 1737360"/>
              <a:gd name="connsiteX6" fmla="*/ 751840 w 3322320"/>
              <a:gd name="connsiteY6" fmla="*/ 1737360 h 1737360"/>
              <a:gd name="connsiteX0" fmla="*/ 993870 w 3564350"/>
              <a:gd name="connsiteY0" fmla="*/ 1737360 h 1737360"/>
              <a:gd name="connsiteX1" fmla="*/ 536670 w 3564350"/>
              <a:gd name="connsiteY1" fmla="*/ 1737360 h 1737360"/>
              <a:gd name="connsiteX2" fmla="*/ 242030 w 3564350"/>
              <a:gd name="connsiteY2" fmla="*/ 1087120 h 1737360"/>
              <a:gd name="connsiteX3" fmla="*/ 262350 w 3564350"/>
              <a:gd name="connsiteY3" fmla="*/ 40640 h 1737360"/>
              <a:gd name="connsiteX4" fmla="*/ 3564350 w 3564350"/>
              <a:gd name="connsiteY4" fmla="*/ 0 h 1737360"/>
              <a:gd name="connsiteX5" fmla="*/ 3564350 w 3564350"/>
              <a:gd name="connsiteY5" fmla="*/ 1706880 h 1737360"/>
              <a:gd name="connsiteX6" fmla="*/ 993870 w 3564350"/>
              <a:gd name="connsiteY6" fmla="*/ 1737360 h 1737360"/>
              <a:gd name="connsiteX0" fmla="*/ 986550 w 3557030"/>
              <a:gd name="connsiteY0" fmla="*/ 1737360 h 1737360"/>
              <a:gd name="connsiteX1" fmla="*/ 529350 w 3557030"/>
              <a:gd name="connsiteY1" fmla="*/ 1737360 h 1737360"/>
              <a:gd name="connsiteX2" fmla="*/ 234710 w 3557030"/>
              <a:gd name="connsiteY2" fmla="*/ 1087120 h 1737360"/>
              <a:gd name="connsiteX3" fmla="*/ 255030 w 3557030"/>
              <a:gd name="connsiteY3" fmla="*/ 40640 h 1737360"/>
              <a:gd name="connsiteX4" fmla="*/ 3557030 w 3557030"/>
              <a:gd name="connsiteY4" fmla="*/ 0 h 1737360"/>
              <a:gd name="connsiteX5" fmla="*/ 3557030 w 3557030"/>
              <a:gd name="connsiteY5" fmla="*/ 1706880 h 1737360"/>
              <a:gd name="connsiteX6" fmla="*/ 986550 w 3557030"/>
              <a:gd name="connsiteY6" fmla="*/ 1737360 h 1737360"/>
              <a:gd name="connsiteX0" fmla="*/ 756068 w 3326548"/>
              <a:gd name="connsiteY0" fmla="*/ 1737360 h 1737360"/>
              <a:gd name="connsiteX1" fmla="*/ 298868 w 3326548"/>
              <a:gd name="connsiteY1" fmla="*/ 1737360 h 1737360"/>
              <a:gd name="connsiteX2" fmla="*/ 4228 w 3326548"/>
              <a:gd name="connsiteY2" fmla="*/ 1087120 h 1737360"/>
              <a:gd name="connsiteX3" fmla="*/ 24548 w 3326548"/>
              <a:gd name="connsiteY3" fmla="*/ 40640 h 1737360"/>
              <a:gd name="connsiteX4" fmla="*/ 3326548 w 3326548"/>
              <a:gd name="connsiteY4" fmla="*/ 0 h 1737360"/>
              <a:gd name="connsiteX5" fmla="*/ 3326548 w 3326548"/>
              <a:gd name="connsiteY5" fmla="*/ 1706880 h 1737360"/>
              <a:gd name="connsiteX6" fmla="*/ 756068 w 3326548"/>
              <a:gd name="connsiteY6" fmla="*/ 1737360 h 1737360"/>
              <a:gd name="connsiteX0" fmla="*/ 756068 w 3326548"/>
              <a:gd name="connsiteY0" fmla="*/ 1737360 h 1737360"/>
              <a:gd name="connsiteX1" fmla="*/ 298868 w 3326548"/>
              <a:gd name="connsiteY1" fmla="*/ 1737360 h 1737360"/>
              <a:gd name="connsiteX2" fmla="*/ 4228 w 3326548"/>
              <a:gd name="connsiteY2" fmla="*/ 1087120 h 1737360"/>
              <a:gd name="connsiteX3" fmla="*/ 24548 w 3326548"/>
              <a:gd name="connsiteY3" fmla="*/ 40640 h 1737360"/>
              <a:gd name="connsiteX4" fmla="*/ 3326548 w 3326548"/>
              <a:gd name="connsiteY4" fmla="*/ 0 h 1737360"/>
              <a:gd name="connsiteX5" fmla="*/ 3326548 w 3326548"/>
              <a:gd name="connsiteY5" fmla="*/ 1706880 h 1737360"/>
              <a:gd name="connsiteX6" fmla="*/ 756068 w 3326548"/>
              <a:gd name="connsiteY6" fmla="*/ 1737360 h 1737360"/>
              <a:gd name="connsiteX0" fmla="*/ 764386 w 3334866"/>
              <a:gd name="connsiteY0" fmla="*/ 1737360 h 1737360"/>
              <a:gd name="connsiteX1" fmla="*/ 307186 w 3334866"/>
              <a:gd name="connsiteY1" fmla="*/ 1737360 h 1737360"/>
              <a:gd name="connsiteX2" fmla="*/ 12546 w 3334866"/>
              <a:gd name="connsiteY2" fmla="*/ 1087120 h 1737360"/>
              <a:gd name="connsiteX3" fmla="*/ 32866 w 3334866"/>
              <a:gd name="connsiteY3" fmla="*/ 40640 h 1737360"/>
              <a:gd name="connsiteX4" fmla="*/ 3334866 w 3334866"/>
              <a:gd name="connsiteY4" fmla="*/ 0 h 1737360"/>
              <a:gd name="connsiteX5" fmla="*/ 3334866 w 3334866"/>
              <a:gd name="connsiteY5" fmla="*/ 1706880 h 1737360"/>
              <a:gd name="connsiteX6" fmla="*/ 764386 w 3334866"/>
              <a:gd name="connsiteY6" fmla="*/ 1737360 h 1737360"/>
              <a:gd name="connsiteX0" fmla="*/ 736853 w 3307333"/>
              <a:gd name="connsiteY0" fmla="*/ 1737360 h 1737360"/>
              <a:gd name="connsiteX1" fmla="*/ 279653 w 3307333"/>
              <a:gd name="connsiteY1" fmla="*/ 1737360 h 1737360"/>
              <a:gd name="connsiteX2" fmla="*/ 25653 w 3307333"/>
              <a:gd name="connsiteY2" fmla="*/ 1097280 h 1737360"/>
              <a:gd name="connsiteX3" fmla="*/ 5333 w 3307333"/>
              <a:gd name="connsiteY3" fmla="*/ 40640 h 1737360"/>
              <a:gd name="connsiteX4" fmla="*/ 3307333 w 3307333"/>
              <a:gd name="connsiteY4" fmla="*/ 0 h 1737360"/>
              <a:gd name="connsiteX5" fmla="*/ 3307333 w 3307333"/>
              <a:gd name="connsiteY5" fmla="*/ 1706880 h 1737360"/>
              <a:gd name="connsiteX6" fmla="*/ 736853 w 3307333"/>
              <a:gd name="connsiteY6" fmla="*/ 1737360 h 1737360"/>
              <a:gd name="connsiteX0" fmla="*/ 736853 w 3307333"/>
              <a:gd name="connsiteY0" fmla="*/ 1737360 h 1785922"/>
              <a:gd name="connsiteX1" fmla="*/ 279653 w 3307333"/>
              <a:gd name="connsiteY1" fmla="*/ 1737360 h 1785922"/>
              <a:gd name="connsiteX2" fmla="*/ 25653 w 3307333"/>
              <a:gd name="connsiteY2" fmla="*/ 1097280 h 1785922"/>
              <a:gd name="connsiteX3" fmla="*/ 5333 w 3307333"/>
              <a:gd name="connsiteY3" fmla="*/ 40640 h 1785922"/>
              <a:gd name="connsiteX4" fmla="*/ 3307333 w 3307333"/>
              <a:gd name="connsiteY4" fmla="*/ 0 h 1785922"/>
              <a:gd name="connsiteX5" fmla="*/ 3307333 w 3307333"/>
              <a:gd name="connsiteY5" fmla="*/ 1706880 h 1785922"/>
              <a:gd name="connsiteX6" fmla="*/ 736853 w 3307333"/>
              <a:gd name="connsiteY6" fmla="*/ 1737360 h 1785922"/>
              <a:gd name="connsiteX0" fmla="*/ 741051 w 3311531"/>
              <a:gd name="connsiteY0" fmla="*/ 1737360 h 1742259"/>
              <a:gd name="connsiteX1" fmla="*/ 294042 w 3311531"/>
              <a:gd name="connsiteY1" fmla="*/ 1656080 h 1742259"/>
              <a:gd name="connsiteX2" fmla="*/ 29851 w 3311531"/>
              <a:gd name="connsiteY2" fmla="*/ 1097280 h 1742259"/>
              <a:gd name="connsiteX3" fmla="*/ 9531 w 3311531"/>
              <a:gd name="connsiteY3" fmla="*/ 40640 h 1742259"/>
              <a:gd name="connsiteX4" fmla="*/ 3311531 w 3311531"/>
              <a:gd name="connsiteY4" fmla="*/ 0 h 1742259"/>
              <a:gd name="connsiteX5" fmla="*/ 3311531 w 3311531"/>
              <a:gd name="connsiteY5" fmla="*/ 1706880 h 1742259"/>
              <a:gd name="connsiteX6" fmla="*/ 741051 w 3311531"/>
              <a:gd name="connsiteY6" fmla="*/ 1737360 h 1742259"/>
              <a:gd name="connsiteX0" fmla="*/ 741051 w 3311531"/>
              <a:gd name="connsiteY0" fmla="*/ 1737360 h 1737747"/>
              <a:gd name="connsiteX1" fmla="*/ 294042 w 3311531"/>
              <a:gd name="connsiteY1" fmla="*/ 1656080 h 1737747"/>
              <a:gd name="connsiteX2" fmla="*/ 29851 w 3311531"/>
              <a:gd name="connsiteY2" fmla="*/ 1097280 h 1737747"/>
              <a:gd name="connsiteX3" fmla="*/ 9531 w 3311531"/>
              <a:gd name="connsiteY3" fmla="*/ 40640 h 1737747"/>
              <a:gd name="connsiteX4" fmla="*/ 3311531 w 3311531"/>
              <a:gd name="connsiteY4" fmla="*/ 0 h 1737747"/>
              <a:gd name="connsiteX5" fmla="*/ 3311531 w 3311531"/>
              <a:gd name="connsiteY5" fmla="*/ 1706880 h 1737747"/>
              <a:gd name="connsiteX6" fmla="*/ 741051 w 3311531"/>
              <a:gd name="connsiteY6" fmla="*/ 1737360 h 1737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11531" h="1737747">
                <a:moveTo>
                  <a:pt x="741051" y="1737360"/>
                </a:moveTo>
                <a:cubicBezTo>
                  <a:pt x="582943" y="1732280"/>
                  <a:pt x="412575" y="1762760"/>
                  <a:pt x="294042" y="1656080"/>
                </a:cubicBezTo>
                <a:cubicBezTo>
                  <a:pt x="175509" y="1549400"/>
                  <a:pt x="77269" y="1366520"/>
                  <a:pt x="29851" y="1097280"/>
                </a:cubicBezTo>
                <a:cubicBezTo>
                  <a:pt x="-17567" y="828040"/>
                  <a:pt x="4451" y="506307"/>
                  <a:pt x="9531" y="40640"/>
                </a:cubicBezTo>
                <a:lnTo>
                  <a:pt x="3311531" y="0"/>
                </a:lnTo>
                <a:lnTo>
                  <a:pt x="3311531" y="1706880"/>
                </a:lnTo>
                <a:lnTo>
                  <a:pt x="741051" y="1737360"/>
                </a:lnTo>
                <a:close/>
              </a:path>
            </a:pathLst>
          </a:custGeom>
          <a:gradFill flip="none" rotWithShape="1">
            <a:gsLst>
              <a:gs pos="100000">
                <a:schemeClr val="accent1">
                  <a:lumMod val="5000"/>
                  <a:lumOff val="95000"/>
                </a:schemeClr>
              </a:gs>
              <a:gs pos="0">
                <a:schemeClr val="accent1">
                  <a:lumMod val="45000"/>
                  <a:lumOff val="55000"/>
                </a:schemeClr>
              </a:gs>
              <a:gs pos="43000">
                <a:schemeClr val="accent1">
                  <a:lumMod val="30000"/>
                  <a:lumOff val="70000"/>
                </a:schemeClr>
              </a:gs>
            </a:gsLst>
            <a:path path="circle">
              <a:fillToRect l="50000" t="50000" r="50000" b="50000"/>
            </a:path>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ln w="0"/>
              <a:solidFill>
                <a:schemeClr val="accent1"/>
              </a:solidFill>
              <a:effectLst>
                <a:outerShdw blurRad="38100" dist="25400" dir="5400000" algn="ctr" rotWithShape="0">
                  <a:srgbClr val="6E747A">
                    <a:alpha val="43000"/>
                  </a:srgbClr>
                </a:outerShdw>
              </a:effectLst>
            </a:endParaRPr>
          </a:p>
        </p:txBody>
      </p:sp>
      <p:sp>
        <p:nvSpPr>
          <p:cNvPr id="8" name="Freeform 27">
            <a:extLst>
              <a:ext uri="{FF2B5EF4-FFF2-40B4-BE49-F238E27FC236}">
                <a16:creationId xmlns:a16="http://schemas.microsoft.com/office/drawing/2014/main" id="{D4B941CE-2D18-4C5F-A187-6CD0BC790D33}"/>
              </a:ext>
            </a:extLst>
          </p:cNvPr>
          <p:cNvSpPr/>
          <p:nvPr/>
        </p:nvSpPr>
        <p:spPr>
          <a:xfrm>
            <a:off x="1540934" y="2204720"/>
            <a:ext cx="1494130" cy="3647440"/>
          </a:xfrm>
          <a:custGeom>
            <a:avLst/>
            <a:gdLst>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01040 w 1280160"/>
              <a:gd name="connsiteY8" fmla="*/ 102616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01040 w 1280160"/>
              <a:gd name="connsiteY8" fmla="*/ 102616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995680 w 1280160"/>
              <a:gd name="connsiteY7" fmla="*/ 168656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1026160 w 1280160"/>
              <a:gd name="connsiteY7" fmla="*/ 161544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280160"/>
              <a:gd name="connsiteY0" fmla="*/ 3444240 h 3647440"/>
              <a:gd name="connsiteX1" fmla="*/ 568960 w 1280160"/>
              <a:gd name="connsiteY1" fmla="*/ 2733040 h 3647440"/>
              <a:gd name="connsiteX2" fmla="*/ 782320 w 1280160"/>
              <a:gd name="connsiteY2" fmla="*/ 2275840 h 3647440"/>
              <a:gd name="connsiteX3" fmla="*/ 1016000 w 1280160"/>
              <a:gd name="connsiteY3" fmla="*/ 1879600 h 3647440"/>
              <a:gd name="connsiteX4" fmla="*/ 1158240 w 1280160"/>
              <a:gd name="connsiteY4" fmla="*/ 1767840 h 3647440"/>
              <a:gd name="connsiteX5" fmla="*/ 1280160 w 1280160"/>
              <a:gd name="connsiteY5" fmla="*/ 1686560 h 3647440"/>
              <a:gd name="connsiteX6" fmla="*/ 1280160 w 1280160"/>
              <a:gd name="connsiteY6" fmla="*/ 1686560 h 3647440"/>
              <a:gd name="connsiteX7" fmla="*/ 1026160 w 1280160"/>
              <a:gd name="connsiteY7" fmla="*/ 1615440 h 3647440"/>
              <a:gd name="connsiteX8" fmla="*/ 741680 w 1280160"/>
              <a:gd name="connsiteY8" fmla="*/ 1036320 h 3647440"/>
              <a:gd name="connsiteX9" fmla="*/ 721360 w 1280160"/>
              <a:gd name="connsiteY9" fmla="*/ 0 h 3647440"/>
              <a:gd name="connsiteX10" fmla="*/ 0 w 1280160"/>
              <a:gd name="connsiteY10" fmla="*/ 10160 h 3647440"/>
              <a:gd name="connsiteX11" fmla="*/ 0 w 1280160"/>
              <a:gd name="connsiteY11" fmla="*/ 3647440 h 3647440"/>
              <a:gd name="connsiteX12" fmla="*/ 264160 w 1280160"/>
              <a:gd name="connsiteY12" fmla="*/ 3586480 h 3647440"/>
              <a:gd name="connsiteX13" fmla="*/ 325120 w 1280160"/>
              <a:gd name="connsiteY13" fmla="*/ 3444240 h 3647440"/>
              <a:gd name="connsiteX0" fmla="*/ 325120 w 1369060"/>
              <a:gd name="connsiteY0" fmla="*/ 3444240 h 3647440"/>
              <a:gd name="connsiteX1" fmla="*/ 568960 w 1369060"/>
              <a:gd name="connsiteY1" fmla="*/ 2733040 h 3647440"/>
              <a:gd name="connsiteX2" fmla="*/ 782320 w 1369060"/>
              <a:gd name="connsiteY2" fmla="*/ 2275840 h 3647440"/>
              <a:gd name="connsiteX3" fmla="*/ 1016000 w 1369060"/>
              <a:gd name="connsiteY3" fmla="*/ 1879600 h 3647440"/>
              <a:gd name="connsiteX4" fmla="*/ 1158240 w 1369060"/>
              <a:gd name="connsiteY4" fmla="*/ 1767840 h 3647440"/>
              <a:gd name="connsiteX5" fmla="*/ 1280160 w 1369060"/>
              <a:gd name="connsiteY5" fmla="*/ 1686560 h 3647440"/>
              <a:gd name="connsiteX6" fmla="*/ 1369060 w 1369060"/>
              <a:gd name="connsiteY6" fmla="*/ 1689735 h 3647440"/>
              <a:gd name="connsiteX7" fmla="*/ 1026160 w 1369060"/>
              <a:gd name="connsiteY7" fmla="*/ 1615440 h 3647440"/>
              <a:gd name="connsiteX8" fmla="*/ 741680 w 1369060"/>
              <a:gd name="connsiteY8" fmla="*/ 1036320 h 3647440"/>
              <a:gd name="connsiteX9" fmla="*/ 721360 w 1369060"/>
              <a:gd name="connsiteY9" fmla="*/ 0 h 3647440"/>
              <a:gd name="connsiteX10" fmla="*/ 0 w 1369060"/>
              <a:gd name="connsiteY10" fmla="*/ 10160 h 3647440"/>
              <a:gd name="connsiteX11" fmla="*/ 0 w 1369060"/>
              <a:gd name="connsiteY11" fmla="*/ 3647440 h 3647440"/>
              <a:gd name="connsiteX12" fmla="*/ 264160 w 1369060"/>
              <a:gd name="connsiteY12" fmla="*/ 3586480 h 3647440"/>
              <a:gd name="connsiteX13" fmla="*/ 325120 w 1369060"/>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6000 w 1379197"/>
              <a:gd name="connsiteY3" fmla="*/ 1879600 h 3647440"/>
              <a:gd name="connsiteX4" fmla="*/ 1158240 w 1379197"/>
              <a:gd name="connsiteY4" fmla="*/ 17678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6000 w 1379197"/>
              <a:gd name="connsiteY3" fmla="*/ 187960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2320 w 1379197"/>
              <a:gd name="connsiteY2" fmla="*/ 2275840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68960 w 1379197"/>
              <a:gd name="connsiteY1" fmla="*/ 2733040 h 3647440"/>
              <a:gd name="connsiteX2" fmla="*/ 788670 w 1379197"/>
              <a:gd name="connsiteY2" fmla="*/ 2298065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 name="connsiteX0" fmla="*/ 325120 w 1379197"/>
              <a:gd name="connsiteY0" fmla="*/ 3444240 h 3647440"/>
              <a:gd name="connsiteX1" fmla="*/ 581660 w 1379197"/>
              <a:gd name="connsiteY1" fmla="*/ 2752090 h 3647440"/>
              <a:gd name="connsiteX2" fmla="*/ 788670 w 1379197"/>
              <a:gd name="connsiteY2" fmla="*/ 2298065 h 3647440"/>
              <a:gd name="connsiteX3" fmla="*/ 1012825 w 1379197"/>
              <a:gd name="connsiteY3" fmla="*/ 1924050 h 3647440"/>
              <a:gd name="connsiteX4" fmla="*/ 1158240 w 1379197"/>
              <a:gd name="connsiteY4" fmla="*/ 1780540 h 3647440"/>
              <a:gd name="connsiteX5" fmla="*/ 1276985 w 1379197"/>
              <a:gd name="connsiteY5" fmla="*/ 1711960 h 3647440"/>
              <a:gd name="connsiteX6" fmla="*/ 1369060 w 1379197"/>
              <a:gd name="connsiteY6" fmla="*/ 1689735 h 3647440"/>
              <a:gd name="connsiteX7" fmla="*/ 1026160 w 1379197"/>
              <a:gd name="connsiteY7" fmla="*/ 1615440 h 3647440"/>
              <a:gd name="connsiteX8" fmla="*/ 741680 w 1379197"/>
              <a:gd name="connsiteY8" fmla="*/ 1036320 h 3647440"/>
              <a:gd name="connsiteX9" fmla="*/ 721360 w 1379197"/>
              <a:gd name="connsiteY9" fmla="*/ 0 h 3647440"/>
              <a:gd name="connsiteX10" fmla="*/ 0 w 1379197"/>
              <a:gd name="connsiteY10" fmla="*/ 10160 h 3647440"/>
              <a:gd name="connsiteX11" fmla="*/ 0 w 1379197"/>
              <a:gd name="connsiteY11" fmla="*/ 3647440 h 3647440"/>
              <a:gd name="connsiteX12" fmla="*/ 264160 w 1379197"/>
              <a:gd name="connsiteY12" fmla="*/ 3586480 h 3647440"/>
              <a:gd name="connsiteX13" fmla="*/ 325120 w 1379197"/>
              <a:gd name="connsiteY13" fmla="*/ 3444240 h 364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79197" h="3647440">
                <a:moveTo>
                  <a:pt x="325120" y="3444240"/>
                </a:moveTo>
                <a:lnTo>
                  <a:pt x="581660" y="2752090"/>
                </a:lnTo>
                <a:lnTo>
                  <a:pt x="788670" y="2298065"/>
                </a:lnTo>
                <a:lnTo>
                  <a:pt x="1012825" y="1924050"/>
                </a:lnTo>
                <a:lnTo>
                  <a:pt x="1158240" y="1780540"/>
                </a:lnTo>
                <a:cubicBezTo>
                  <a:pt x="1198880" y="1753447"/>
                  <a:pt x="1241848" y="1727094"/>
                  <a:pt x="1276985" y="1711960"/>
                </a:cubicBezTo>
                <a:cubicBezTo>
                  <a:pt x="1312122" y="1696826"/>
                  <a:pt x="1410864" y="1705822"/>
                  <a:pt x="1369060" y="1689735"/>
                </a:cubicBezTo>
                <a:cubicBezTo>
                  <a:pt x="1327256" y="1673648"/>
                  <a:pt x="1130723" y="1724342"/>
                  <a:pt x="1026160" y="1615440"/>
                </a:cubicBezTo>
                <a:cubicBezTo>
                  <a:pt x="921597" y="1506538"/>
                  <a:pt x="792480" y="1305560"/>
                  <a:pt x="741680" y="1036320"/>
                </a:cubicBezTo>
                <a:cubicBezTo>
                  <a:pt x="690880" y="767080"/>
                  <a:pt x="726440" y="331893"/>
                  <a:pt x="721360" y="0"/>
                </a:cubicBezTo>
                <a:lnTo>
                  <a:pt x="0" y="10160"/>
                </a:lnTo>
                <a:lnTo>
                  <a:pt x="0" y="3647440"/>
                </a:lnTo>
                <a:lnTo>
                  <a:pt x="264160" y="3586480"/>
                </a:lnTo>
                <a:lnTo>
                  <a:pt x="325120" y="3444240"/>
                </a:lnTo>
                <a:close/>
              </a:path>
            </a:pathLst>
          </a:custGeom>
          <a:gradFill flip="none" rotWithShape="1">
            <a:gsLst>
              <a:gs pos="100000">
                <a:schemeClr val="accent1">
                  <a:lumMod val="5000"/>
                  <a:lumOff val="95000"/>
                </a:schemeClr>
              </a:gs>
              <a:gs pos="0">
                <a:schemeClr val="accent4">
                  <a:lumMod val="60000"/>
                  <a:lumOff val="40000"/>
                </a:schemeClr>
              </a:gs>
              <a:gs pos="32000">
                <a:schemeClr val="accent4">
                  <a:lumMod val="40000"/>
                  <a:lumOff val="60000"/>
                </a:schemeClr>
              </a:gs>
            </a:gsLst>
            <a:lin ang="1890000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Freeform 3">
            <a:extLst>
              <a:ext uri="{FF2B5EF4-FFF2-40B4-BE49-F238E27FC236}">
                <a16:creationId xmlns:a16="http://schemas.microsoft.com/office/drawing/2014/main" id="{F1F6CEC5-4226-48FF-B95F-8940E7A0C7CE}"/>
              </a:ext>
            </a:extLst>
          </p:cNvPr>
          <p:cNvSpPr/>
          <p:nvPr/>
        </p:nvSpPr>
        <p:spPr>
          <a:xfrm>
            <a:off x="1948180" y="3931789"/>
            <a:ext cx="4006427" cy="1778133"/>
          </a:xfrm>
          <a:custGeom>
            <a:avLst/>
            <a:gdLst>
              <a:gd name="connsiteX0" fmla="*/ 0 w 3698240"/>
              <a:gd name="connsiteY0" fmla="*/ 1771829 h 1853109"/>
              <a:gd name="connsiteX1" fmla="*/ 426720 w 3698240"/>
              <a:gd name="connsiteY1" fmla="*/ 664389 h 1853109"/>
              <a:gd name="connsiteX2" fmla="*/ 1178560 w 3698240"/>
              <a:gd name="connsiteY2" fmla="*/ 3989 h 1853109"/>
              <a:gd name="connsiteX3" fmla="*/ 2011680 w 3698240"/>
              <a:gd name="connsiteY3" fmla="*/ 959029 h 1853109"/>
              <a:gd name="connsiteX4" fmla="*/ 2753360 w 3698240"/>
              <a:gd name="connsiteY4" fmla="*/ 1660069 h 1853109"/>
              <a:gd name="connsiteX5" fmla="*/ 3698240 w 3698240"/>
              <a:gd name="connsiteY5" fmla="*/ 1853109 h 1853109"/>
              <a:gd name="connsiteX0" fmla="*/ 0 w 3698240"/>
              <a:gd name="connsiteY0" fmla="*/ 1771829 h 1853109"/>
              <a:gd name="connsiteX1" fmla="*/ 426720 w 3698240"/>
              <a:gd name="connsiteY1" fmla="*/ 664389 h 1853109"/>
              <a:gd name="connsiteX2" fmla="*/ 1097280 w 3698240"/>
              <a:gd name="connsiteY2" fmla="*/ 3989 h 1853109"/>
              <a:gd name="connsiteX3" fmla="*/ 2011680 w 3698240"/>
              <a:gd name="connsiteY3" fmla="*/ 959029 h 1853109"/>
              <a:gd name="connsiteX4" fmla="*/ 2753360 w 3698240"/>
              <a:gd name="connsiteY4" fmla="*/ 1660069 h 1853109"/>
              <a:gd name="connsiteX5" fmla="*/ 3698240 w 3698240"/>
              <a:gd name="connsiteY5" fmla="*/ 1853109 h 1853109"/>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656084 h 1849124"/>
              <a:gd name="connsiteX5" fmla="*/ 3698240 w 3698240"/>
              <a:gd name="connsiteY5" fmla="*/ 1849124 h 1849124"/>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656084 h 1849124"/>
              <a:gd name="connsiteX5" fmla="*/ 3698240 w 3698240"/>
              <a:gd name="connsiteY5" fmla="*/ 1849124 h 1849124"/>
              <a:gd name="connsiteX0" fmla="*/ 0 w 3698240"/>
              <a:gd name="connsiteY0" fmla="*/ 1767844 h 1849124"/>
              <a:gd name="connsiteX1" fmla="*/ 426720 w 3698240"/>
              <a:gd name="connsiteY1" fmla="*/ 660404 h 1849124"/>
              <a:gd name="connsiteX2" fmla="*/ 1097280 w 3698240"/>
              <a:gd name="connsiteY2" fmla="*/ 4 h 1849124"/>
              <a:gd name="connsiteX3" fmla="*/ 2011680 w 3698240"/>
              <a:gd name="connsiteY3" fmla="*/ 955044 h 1849124"/>
              <a:gd name="connsiteX4" fmla="*/ 2753360 w 3698240"/>
              <a:gd name="connsiteY4" fmla="*/ 1554484 h 1849124"/>
              <a:gd name="connsiteX5" fmla="*/ 3698240 w 3698240"/>
              <a:gd name="connsiteY5" fmla="*/ 1849124 h 1849124"/>
              <a:gd name="connsiteX0" fmla="*/ 0 w 3698240"/>
              <a:gd name="connsiteY0" fmla="*/ 1767844 h 1778004"/>
              <a:gd name="connsiteX1" fmla="*/ 426720 w 3698240"/>
              <a:gd name="connsiteY1" fmla="*/ 660404 h 1778004"/>
              <a:gd name="connsiteX2" fmla="*/ 1097280 w 3698240"/>
              <a:gd name="connsiteY2" fmla="*/ 4 h 1778004"/>
              <a:gd name="connsiteX3" fmla="*/ 2011680 w 3698240"/>
              <a:gd name="connsiteY3" fmla="*/ 955044 h 1778004"/>
              <a:gd name="connsiteX4" fmla="*/ 2753360 w 3698240"/>
              <a:gd name="connsiteY4" fmla="*/ 1554484 h 1778004"/>
              <a:gd name="connsiteX5" fmla="*/ 3698240 w 3698240"/>
              <a:gd name="connsiteY5" fmla="*/ 1778004 h 1778004"/>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843 h 1778003"/>
              <a:gd name="connsiteX1" fmla="*/ 426720 w 3698240"/>
              <a:gd name="connsiteY1" fmla="*/ 660403 h 1778003"/>
              <a:gd name="connsiteX2" fmla="*/ 1097280 w 3698240"/>
              <a:gd name="connsiteY2" fmla="*/ 3 h 1778003"/>
              <a:gd name="connsiteX3" fmla="*/ 2011680 w 3698240"/>
              <a:gd name="connsiteY3" fmla="*/ 955043 h 1778003"/>
              <a:gd name="connsiteX4" fmla="*/ 2753360 w 3698240"/>
              <a:gd name="connsiteY4" fmla="*/ 1554483 h 1778003"/>
              <a:gd name="connsiteX5" fmla="*/ 3698240 w 3698240"/>
              <a:gd name="connsiteY5" fmla="*/ 1778003 h 1778003"/>
              <a:gd name="connsiteX0" fmla="*/ 0 w 3698240"/>
              <a:gd name="connsiteY0" fmla="*/ 1767973 h 1778133"/>
              <a:gd name="connsiteX1" fmla="*/ 426720 w 3698240"/>
              <a:gd name="connsiteY1" fmla="*/ 660533 h 1778133"/>
              <a:gd name="connsiteX2" fmla="*/ 1097280 w 3698240"/>
              <a:gd name="connsiteY2" fmla="*/ 133 h 1778133"/>
              <a:gd name="connsiteX3" fmla="*/ 2011680 w 3698240"/>
              <a:gd name="connsiteY3" fmla="*/ 955173 h 1778133"/>
              <a:gd name="connsiteX4" fmla="*/ 2753360 w 3698240"/>
              <a:gd name="connsiteY4" fmla="*/ 1554613 h 1778133"/>
              <a:gd name="connsiteX5" fmla="*/ 3698240 w 3698240"/>
              <a:gd name="connsiteY5" fmla="*/ 1778133 h 1778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98240" h="1778133">
                <a:moveTo>
                  <a:pt x="0" y="1767973"/>
                </a:moveTo>
                <a:cubicBezTo>
                  <a:pt x="115146" y="1361573"/>
                  <a:pt x="325120" y="853573"/>
                  <a:pt x="426720" y="660533"/>
                </a:cubicBezTo>
                <a:cubicBezTo>
                  <a:pt x="528320" y="467493"/>
                  <a:pt x="680720" y="11986"/>
                  <a:pt x="1097280" y="133"/>
                </a:cubicBezTo>
                <a:cubicBezTo>
                  <a:pt x="1513840" y="-11720"/>
                  <a:pt x="1867747" y="767213"/>
                  <a:pt x="2011680" y="955173"/>
                </a:cubicBezTo>
                <a:cubicBezTo>
                  <a:pt x="2155613" y="1143133"/>
                  <a:pt x="2472267" y="1417453"/>
                  <a:pt x="2753360" y="1554613"/>
                </a:cubicBezTo>
                <a:cubicBezTo>
                  <a:pt x="3034453" y="1691773"/>
                  <a:pt x="3366346" y="1756119"/>
                  <a:pt x="3698240" y="1778133"/>
                </a:cubicBezTo>
              </a:path>
            </a:pathLst>
          </a:cu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AEAE306-8AFA-470F-902A-649C9D0D28EA}"/>
              </a:ext>
            </a:extLst>
          </p:cNvPr>
          <p:cNvSpPr txBox="1"/>
          <p:nvPr/>
        </p:nvSpPr>
        <p:spPr>
          <a:xfrm>
            <a:off x="711865" y="3859014"/>
            <a:ext cx="364202" cy="523220"/>
          </a:xfrm>
          <a:prstGeom prst="rect">
            <a:avLst/>
          </a:prstGeom>
          <a:noFill/>
        </p:spPr>
        <p:txBody>
          <a:bodyPr wrap="none" rtlCol="0">
            <a:spAutoFit/>
          </a:bodyPr>
          <a:lstStyle/>
          <a:p>
            <a:r>
              <a:rPr lang="en-US" sz="2800">
                <a:latin typeface="Times New Roman" charset="0"/>
                <a:ea typeface="Times New Roman" charset="0"/>
                <a:cs typeface="Times New Roman" charset="0"/>
              </a:rPr>
              <a:t>p</a:t>
            </a:r>
          </a:p>
        </p:txBody>
      </p:sp>
      <p:sp>
        <p:nvSpPr>
          <p:cNvPr id="11" name="TextBox 10">
            <a:extLst>
              <a:ext uri="{FF2B5EF4-FFF2-40B4-BE49-F238E27FC236}">
                <a16:creationId xmlns:a16="http://schemas.microsoft.com/office/drawing/2014/main" id="{B7B7502A-3136-4595-BB25-2F312FE4C245}"/>
              </a:ext>
            </a:extLst>
          </p:cNvPr>
          <p:cNvSpPr txBox="1"/>
          <p:nvPr/>
        </p:nvSpPr>
        <p:spPr>
          <a:xfrm>
            <a:off x="3809782" y="5933440"/>
            <a:ext cx="364202" cy="523220"/>
          </a:xfrm>
          <a:prstGeom prst="rect">
            <a:avLst/>
          </a:prstGeom>
          <a:noFill/>
        </p:spPr>
        <p:txBody>
          <a:bodyPr wrap="none" rtlCol="0">
            <a:spAutoFit/>
          </a:bodyPr>
          <a:lstStyle/>
          <a:p>
            <a:r>
              <a:rPr lang="en-US" sz="2800" dirty="0">
                <a:latin typeface="Times New Roman" charset="0"/>
                <a:ea typeface="Times New Roman" charset="0"/>
                <a:cs typeface="Times New Roman" charset="0"/>
              </a:rPr>
              <a:t>v</a:t>
            </a:r>
          </a:p>
        </p:txBody>
      </p:sp>
      <p:sp>
        <p:nvSpPr>
          <p:cNvPr id="12" name="Freeform 9">
            <a:extLst>
              <a:ext uri="{FF2B5EF4-FFF2-40B4-BE49-F238E27FC236}">
                <a16:creationId xmlns:a16="http://schemas.microsoft.com/office/drawing/2014/main" id="{51888B9D-644C-487E-961B-DFA31E328CAC}"/>
              </a:ext>
            </a:extLst>
          </p:cNvPr>
          <p:cNvSpPr/>
          <p:nvPr/>
        </p:nvSpPr>
        <p:spPr>
          <a:xfrm>
            <a:off x="1904154" y="3891280"/>
            <a:ext cx="1210733" cy="1818640"/>
          </a:xfrm>
          <a:custGeom>
            <a:avLst/>
            <a:gdLst>
              <a:gd name="connsiteX0" fmla="*/ 91440 w 1117600"/>
              <a:gd name="connsiteY0" fmla="*/ 1818640 h 1818640"/>
              <a:gd name="connsiteX1" fmla="*/ 0 w 1117600"/>
              <a:gd name="connsiteY1" fmla="*/ 1788160 h 1818640"/>
              <a:gd name="connsiteX2" fmla="*/ 182880 w 1117600"/>
              <a:gd name="connsiteY2" fmla="*/ 1239520 h 1818640"/>
              <a:gd name="connsiteX3" fmla="*/ 284480 w 1117600"/>
              <a:gd name="connsiteY3" fmla="*/ 985520 h 1818640"/>
              <a:gd name="connsiteX4" fmla="*/ 436880 w 1117600"/>
              <a:gd name="connsiteY4" fmla="*/ 650240 h 1818640"/>
              <a:gd name="connsiteX5" fmla="*/ 599440 w 1117600"/>
              <a:gd name="connsiteY5" fmla="*/ 355600 h 1818640"/>
              <a:gd name="connsiteX6" fmla="*/ 772160 w 1117600"/>
              <a:gd name="connsiteY6" fmla="*/ 121920 h 1818640"/>
              <a:gd name="connsiteX7" fmla="*/ 955040 w 1117600"/>
              <a:gd name="connsiteY7" fmla="*/ 20320 h 1818640"/>
              <a:gd name="connsiteX8" fmla="*/ 1087120 w 1117600"/>
              <a:gd name="connsiteY8" fmla="*/ 0 h 1818640"/>
              <a:gd name="connsiteX9" fmla="*/ 1087120 w 1117600"/>
              <a:gd name="connsiteY9" fmla="*/ 0 h 1818640"/>
              <a:gd name="connsiteX10" fmla="*/ 1117600 w 1117600"/>
              <a:gd name="connsiteY10" fmla="*/ 81280 h 1818640"/>
              <a:gd name="connsiteX11" fmla="*/ 985520 w 1117600"/>
              <a:gd name="connsiteY11" fmla="*/ 111760 h 1818640"/>
              <a:gd name="connsiteX12" fmla="*/ 863600 w 1117600"/>
              <a:gd name="connsiteY12" fmla="*/ 162560 h 1818640"/>
              <a:gd name="connsiteX13" fmla="*/ 772160 w 1117600"/>
              <a:gd name="connsiteY13" fmla="*/ 274320 h 1818640"/>
              <a:gd name="connsiteX14" fmla="*/ 701040 w 1117600"/>
              <a:gd name="connsiteY14" fmla="*/ 355600 h 1818640"/>
              <a:gd name="connsiteX15" fmla="*/ 629920 w 1117600"/>
              <a:gd name="connsiteY15" fmla="*/ 457200 h 1818640"/>
              <a:gd name="connsiteX16" fmla="*/ 528320 w 1117600"/>
              <a:gd name="connsiteY16" fmla="*/ 670560 h 1818640"/>
              <a:gd name="connsiteX17" fmla="*/ 447040 w 1117600"/>
              <a:gd name="connsiteY17" fmla="*/ 863600 h 1818640"/>
              <a:gd name="connsiteX18" fmla="*/ 335280 w 1117600"/>
              <a:gd name="connsiteY18" fmla="*/ 1107440 h 1818640"/>
              <a:gd name="connsiteX19" fmla="*/ 264160 w 1117600"/>
              <a:gd name="connsiteY19" fmla="*/ 1290320 h 1818640"/>
              <a:gd name="connsiteX20" fmla="*/ 152400 w 1117600"/>
              <a:gd name="connsiteY20" fmla="*/ 1584960 h 1818640"/>
              <a:gd name="connsiteX21" fmla="*/ 91440 w 1117600"/>
              <a:gd name="connsiteY21" fmla="*/ 1818640 h 181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17600" h="1818640">
                <a:moveTo>
                  <a:pt x="91440" y="1818640"/>
                </a:moveTo>
                <a:lnTo>
                  <a:pt x="0" y="1788160"/>
                </a:lnTo>
                <a:lnTo>
                  <a:pt x="182880" y="1239520"/>
                </a:lnTo>
                <a:lnTo>
                  <a:pt x="284480" y="985520"/>
                </a:lnTo>
                <a:lnTo>
                  <a:pt x="436880" y="650240"/>
                </a:lnTo>
                <a:lnTo>
                  <a:pt x="599440" y="355600"/>
                </a:lnTo>
                <a:lnTo>
                  <a:pt x="772160" y="121920"/>
                </a:lnTo>
                <a:lnTo>
                  <a:pt x="955040" y="20320"/>
                </a:lnTo>
                <a:lnTo>
                  <a:pt x="1087120" y="0"/>
                </a:lnTo>
                <a:lnTo>
                  <a:pt x="1087120" y="0"/>
                </a:lnTo>
                <a:lnTo>
                  <a:pt x="1117600" y="81280"/>
                </a:lnTo>
                <a:lnTo>
                  <a:pt x="985520" y="111760"/>
                </a:lnTo>
                <a:lnTo>
                  <a:pt x="863600" y="162560"/>
                </a:lnTo>
                <a:lnTo>
                  <a:pt x="772160" y="274320"/>
                </a:lnTo>
                <a:lnTo>
                  <a:pt x="701040" y="355600"/>
                </a:lnTo>
                <a:lnTo>
                  <a:pt x="629920" y="457200"/>
                </a:lnTo>
                <a:lnTo>
                  <a:pt x="528320" y="670560"/>
                </a:lnTo>
                <a:lnTo>
                  <a:pt x="447040" y="863600"/>
                </a:lnTo>
                <a:lnTo>
                  <a:pt x="335280" y="1107440"/>
                </a:lnTo>
                <a:lnTo>
                  <a:pt x="264160" y="1290320"/>
                </a:lnTo>
                <a:lnTo>
                  <a:pt x="152400" y="1584960"/>
                </a:lnTo>
                <a:lnTo>
                  <a:pt x="91440" y="1818640"/>
                </a:lnTo>
                <a:close/>
              </a:path>
            </a:pathLst>
          </a:custGeom>
          <a:solidFill>
            <a:schemeClr val="tx2">
              <a:alpha val="4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Freeform 10">
            <a:extLst>
              <a:ext uri="{FF2B5EF4-FFF2-40B4-BE49-F238E27FC236}">
                <a16:creationId xmlns:a16="http://schemas.microsoft.com/office/drawing/2014/main" id="{D301A695-9C2A-4629-8B11-EF7EE86F7A9D}"/>
              </a:ext>
            </a:extLst>
          </p:cNvPr>
          <p:cNvSpPr/>
          <p:nvPr/>
        </p:nvSpPr>
        <p:spPr>
          <a:xfrm>
            <a:off x="3147907" y="3881120"/>
            <a:ext cx="2795693" cy="1889760"/>
          </a:xfrm>
          <a:custGeom>
            <a:avLst/>
            <a:gdLst>
              <a:gd name="connsiteX0" fmla="*/ 0 w 2580640"/>
              <a:gd name="connsiteY0" fmla="*/ 0 h 1889760"/>
              <a:gd name="connsiteX1" fmla="*/ 0 w 2580640"/>
              <a:gd name="connsiteY1" fmla="*/ 0 h 1889760"/>
              <a:gd name="connsiteX2" fmla="*/ 0 w 2580640"/>
              <a:gd name="connsiteY2" fmla="*/ 0 h 1889760"/>
              <a:gd name="connsiteX3" fmla="*/ 10160 w 2580640"/>
              <a:gd name="connsiteY3" fmla="*/ 101600 h 1889760"/>
              <a:gd name="connsiteX4" fmla="*/ 101600 w 2580640"/>
              <a:gd name="connsiteY4" fmla="*/ 111760 h 1889760"/>
              <a:gd name="connsiteX5" fmla="*/ 193040 w 2580640"/>
              <a:gd name="connsiteY5" fmla="*/ 162560 h 1889760"/>
              <a:gd name="connsiteX6" fmla="*/ 304800 w 2580640"/>
              <a:gd name="connsiteY6" fmla="*/ 254000 h 1889760"/>
              <a:gd name="connsiteX7" fmla="*/ 396240 w 2580640"/>
              <a:gd name="connsiteY7" fmla="*/ 345440 h 1889760"/>
              <a:gd name="connsiteX8" fmla="*/ 508000 w 2580640"/>
              <a:gd name="connsiteY8" fmla="*/ 477520 h 1889760"/>
              <a:gd name="connsiteX9" fmla="*/ 599440 w 2580640"/>
              <a:gd name="connsiteY9" fmla="*/ 629920 h 1889760"/>
              <a:gd name="connsiteX10" fmla="*/ 680720 w 2580640"/>
              <a:gd name="connsiteY10" fmla="*/ 751840 h 1889760"/>
              <a:gd name="connsiteX11" fmla="*/ 741680 w 2580640"/>
              <a:gd name="connsiteY11" fmla="*/ 873760 h 1889760"/>
              <a:gd name="connsiteX12" fmla="*/ 853440 w 2580640"/>
              <a:gd name="connsiteY12" fmla="*/ 1036320 h 1889760"/>
              <a:gd name="connsiteX13" fmla="*/ 955040 w 2580640"/>
              <a:gd name="connsiteY13" fmla="*/ 1148080 h 1889760"/>
              <a:gd name="connsiteX14" fmla="*/ 1076960 w 2580640"/>
              <a:gd name="connsiteY14" fmla="*/ 1280160 h 1889760"/>
              <a:gd name="connsiteX15" fmla="*/ 1249680 w 2580640"/>
              <a:gd name="connsiteY15" fmla="*/ 1412240 h 1889760"/>
              <a:gd name="connsiteX16" fmla="*/ 1412240 w 2580640"/>
              <a:gd name="connsiteY16" fmla="*/ 1544320 h 1889760"/>
              <a:gd name="connsiteX17" fmla="*/ 1574800 w 2580640"/>
              <a:gd name="connsiteY17" fmla="*/ 1635760 h 1889760"/>
              <a:gd name="connsiteX18" fmla="*/ 1788160 w 2580640"/>
              <a:gd name="connsiteY18" fmla="*/ 1727200 h 1889760"/>
              <a:gd name="connsiteX19" fmla="*/ 1930400 w 2580640"/>
              <a:gd name="connsiteY19" fmla="*/ 1778000 h 1889760"/>
              <a:gd name="connsiteX20" fmla="*/ 2143760 w 2580640"/>
              <a:gd name="connsiteY20" fmla="*/ 1828800 h 1889760"/>
              <a:gd name="connsiteX21" fmla="*/ 2326640 w 2580640"/>
              <a:gd name="connsiteY21" fmla="*/ 1859280 h 1889760"/>
              <a:gd name="connsiteX22" fmla="*/ 2580640 w 2580640"/>
              <a:gd name="connsiteY22" fmla="*/ 1889760 h 1889760"/>
              <a:gd name="connsiteX23" fmla="*/ 2580640 w 2580640"/>
              <a:gd name="connsiteY23" fmla="*/ 1788160 h 1889760"/>
              <a:gd name="connsiteX24" fmla="*/ 2357120 w 2580640"/>
              <a:gd name="connsiteY24" fmla="*/ 1767840 h 1889760"/>
              <a:gd name="connsiteX25" fmla="*/ 2113280 w 2580640"/>
              <a:gd name="connsiteY25" fmla="*/ 1717040 h 1889760"/>
              <a:gd name="connsiteX26" fmla="*/ 1950720 w 2580640"/>
              <a:gd name="connsiteY26" fmla="*/ 1666240 h 1889760"/>
              <a:gd name="connsiteX27" fmla="*/ 1696720 w 2580640"/>
              <a:gd name="connsiteY27" fmla="*/ 1584960 h 1889760"/>
              <a:gd name="connsiteX28" fmla="*/ 1524000 w 2580640"/>
              <a:gd name="connsiteY28" fmla="*/ 1483360 h 1889760"/>
              <a:gd name="connsiteX29" fmla="*/ 1361440 w 2580640"/>
              <a:gd name="connsiteY29" fmla="*/ 1361440 h 1889760"/>
              <a:gd name="connsiteX30" fmla="*/ 1178560 w 2580640"/>
              <a:gd name="connsiteY30" fmla="*/ 1239520 h 1889760"/>
              <a:gd name="connsiteX31" fmla="*/ 1046480 w 2580640"/>
              <a:gd name="connsiteY31" fmla="*/ 1076960 h 1889760"/>
              <a:gd name="connsiteX32" fmla="*/ 894080 w 2580640"/>
              <a:gd name="connsiteY32" fmla="*/ 894080 h 1889760"/>
              <a:gd name="connsiteX33" fmla="*/ 751840 w 2580640"/>
              <a:gd name="connsiteY33" fmla="*/ 660400 h 1889760"/>
              <a:gd name="connsiteX34" fmla="*/ 609600 w 2580640"/>
              <a:gd name="connsiteY34" fmla="*/ 416560 h 1889760"/>
              <a:gd name="connsiteX35" fmla="*/ 467360 w 2580640"/>
              <a:gd name="connsiteY35" fmla="*/ 233680 h 1889760"/>
              <a:gd name="connsiteX36" fmla="*/ 254000 w 2580640"/>
              <a:gd name="connsiteY36" fmla="*/ 60960 h 1889760"/>
              <a:gd name="connsiteX37" fmla="*/ 0 w 2580640"/>
              <a:gd name="connsiteY37" fmla="*/ 0 h 1889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580640" h="1889760">
                <a:moveTo>
                  <a:pt x="0" y="0"/>
                </a:moveTo>
                <a:lnTo>
                  <a:pt x="0" y="0"/>
                </a:lnTo>
                <a:lnTo>
                  <a:pt x="0" y="0"/>
                </a:lnTo>
                <a:lnTo>
                  <a:pt x="10160" y="101600"/>
                </a:lnTo>
                <a:lnTo>
                  <a:pt x="101600" y="111760"/>
                </a:lnTo>
                <a:lnTo>
                  <a:pt x="193040" y="162560"/>
                </a:lnTo>
                <a:lnTo>
                  <a:pt x="304800" y="254000"/>
                </a:lnTo>
                <a:lnTo>
                  <a:pt x="396240" y="345440"/>
                </a:lnTo>
                <a:lnTo>
                  <a:pt x="508000" y="477520"/>
                </a:lnTo>
                <a:lnTo>
                  <a:pt x="599440" y="629920"/>
                </a:lnTo>
                <a:lnTo>
                  <a:pt x="680720" y="751840"/>
                </a:lnTo>
                <a:lnTo>
                  <a:pt x="741680" y="873760"/>
                </a:lnTo>
                <a:lnTo>
                  <a:pt x="853440" y="1036320"/>
                </a:lnTo>
                <a:lnTo>
                  <a:pt x="955040" y="1148080"/>
                </a:lnTo>
                <a:lnTo>
                  <a:pt x="1076960" y="1280160"/>
                </a:lnTo>
                <a:lnTo>
                  <a:pt x="1249680" y="1412240"/>
                </a:lnTo>
                <a:lnTo>
                  <a:pt x="1412240" y="1544320"/>
                </a:lnTo>
                <a:lnTo>
                  <a:pt x="1574800" y="1635760"/>
                </a:lnTo>
                <a:lnTo>
                  <a:pt x="1788160" y="1727200"/>
                </a:lnTo>
                <a:lnTo>
                  <a:pt x="1930400" y="1778000"/>
                </a:lnTo>
                <a:lnTo>
                  <a:pt x="2143760" y="1828800"/>
                </a:lnTo>
                <a:lnTo>
                  <a:pt x="2326640" y="1859280"/>
                </a:lnTo>
                <a:lnTo>
                  <a:pt x="2580640" y="1889760"/>
                </a:lnTo>
                <a:lnTo>
                  <a:pt x="2580640" y="1788160"/>
                </a:lnTo>
                <a:lnTo>
                  <a:pt x="2357120" y="1767840"/>
                </a:lnTo>
                <a:lnTo>
                  <a:pt x="2113280" y="1717040"/>
                </a:lnTo>
                <a:lnTo>
                  <a:pt x="1950720" y="1666240"/>
                </a:lnTo>
                <a:lnTo>
                  <a:pt x="1696720" y="1584960"/>
                </a:lnTo>
                <a:lnTo>
                  <a:pt x="1524000" y="1483360"/>
                </a:lnTo>
                <a:lnTo>
                  <a:pt x="1361440" y="1361440"/>
                </a:lnTo>
                <a:lnTo>
                  <a:pt x="1178560" y="1239520"/>
                </a:lnTo>
                <a:lnTo>
                  <a:pt x="1046480" y="1076960"/>
                </a:lnTo>
                <a:lnTo>
                  <a:pt x="894080" y="894080"/>
                </a:lnTo>
                <a:lnTo>
                  <a:pt x="751840" y="660400"/>
                </a:lnTo>
                <a:lnTo>
                  <a:pt x="609600" y="416560"/>
                </a:lnTo>
                <a:lnTo>
                  <a:pt x="467360" y="233680"/>
                </a:lnTo>
                <a:lnTo>
                  <a:pt x="254000" y="60960"/>
                </a:lnTo>
                <a:lnTo>
                  <a:pt x="0" y="0"/>
                </a:lnTo>
                <a:close/>
              </a:path>
            </a:pathLst>
          </a:custGeom>
          <a:solidFill>
            <a:schemeClr val="accent6">
              <a:alpha val="4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Freeform 13">
            <a:extLst>
              <a:ext uri="{FF2B5EF4-FFF2-40B4-BE49-F238E27FC236}">
                <a16:creationId xmlns:a16="http://schemas.microsoft.com/office/drawing/2014/main" id="{6FB2AB50-3091-4D77-BAC7-098EBEF66086}"/>
              </a:ext>
            </a:extLst>
          </p:cNvPr>
          <p:cNvSpPr/>
          <p:nvPr/>
        </p:nvSpPr>
        <p:spPr>
          <a:xfrm>
            <a:off x="3213947" y="3860800"/>
            <a:ext cx="2696633" cy="1788160"/>
          </a:xfrm>
          <a:custGeom>
            <a:avLst/>
            <a:gdLst>
              <a:gd name="connsiteX0" fmla="*/ 2448560 w 2489200"/>
              <a:gd name="connsiteY0" fmla="*/ 0 h 1788160"/>
              <a:gd name="connsiteX1" fmla="*/ 0 w 2489200"/>
              <a:gd name="connsiteY1" fmla="*/ 20320 h 1788160"/>
              <a:gd name="connsiteX2" fmla="*/ 203200 w 2489200"/>
              <a:gd name="connsiteY2" fmla="*/ 81280 h 1788160"/>
              <a:gd name="connsiteX3" fmla="*/ 325120 w 2489200"/>
              <a:gd name="connsiteY3" fmla="*/ 203200 h 1788160"/>
              <a:gd name="connsiteX4" fmla="*/ 477520 w 2489200"/>
              <a:gd name="connsiteY4" fmla="*/ 345440 h 1788160"/>
              <a:gd name="connsiteX5" fmla="*/ 619760 w 2489200"/>
              <a:gd name="connsiteY5" fmla="*/ 548640 h 1788160"/>
              <a:gd name="connsiteX6" fmla="*/ 751840 w 2489200"/>
              <a:gd name="connsiteY6" fmla="*/ 822960 h 1788160"/>
              <a:gd name="connsiteX7" fmla="*/ 904240 w 2489200"/>
              <a:gd name="connsiteY7" fmla="*/ 1016000 h 1788160"/>
              <a:gd name="connsiteX8" fmla="*/ 1107440 w 2489200"/>
              <a:gd name="connsiteY8" fmla="*/ 1239520 h 1788160"/>
              <a:gd name="connsiteX9" fmla="*/ 1432560 w 2489200"/>
              <a:gd name="connsiteY9" fmla="*/ 1463040 h 1788160"/>
              <a:gd name="connsiteX10" fmla="*/ 1696720 w 2489200"/>
              <a:gd name="connsiteY10" fmla="*/ 1605280 h 1788160"/>
              <a:gd name="connsiteX11" fmla="*/ 2072640 w 2489200"/>
              <a:gd name="connsiteY11" fmla="*/ 1727200 h 1788160"/>
              <a:gd name="connsiteX12" fmla="*/ 2367280 w 2489200"/>
              <a:gd name="connsiteY12" fmla="*/ 1778000 h 1788160"/>
              <a:gd name="connsiteX13" fmla="*/ 2489200 w 2489200"/>
              <a:gd name="connsiteY13" fmla="*/ 1788160 h 1788160"/>
              <a:gd name="connsiteX14" fmla="*/ 2448560 w 2489200"/>
              <a:gd name="connsiteY14" fmla="*/ 0 h 1788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489200" h="1788160">
                <a:moveTo>
                  <a:pt x="2448560" y="0"/>
                </a:moveTo>
                <a:lnTo>
                  <a:pt x="0" y="20320"/>
                </a:lnTo>
                <a:lnTo>
                  <a:pt x="203200" y="81280"/>
                </a:lnTo>
                <a:lnTo>
                  <a:pt x="325120" y="203200"/>
                </a:lnTo>
                <a:lnTo>
                  <a:pt x="477520" y="345440"/>
                </a:lnTo>
                <a:lnTo>
                  <a:pt x="619760" y="548640"/>
                </a:lnTo>
                <a:lnTo>
                  <a:pt x="751840" y="822960"/>
                </a:lnTo>
                <a:lnTo>
                  <a:pt x="904240" y="1016000"/>
                </a:lnTo>
                <a:lnTo>
                  <a:pt x="1107440" y="1239520"/>
                </a:lnTo>
                <a:lnTo>
                  <a:pt x="1432560" y="1463040"/>
                </a:lnTo>
                <a:lnTo>
                  <a:pt x="1696720" y="1605280"/>
                </a:lnTo>
                <a:lnTo>
                  <a:pt x="2072640" y="1727200"/>
                </a:lnTo>
                <a:lnTo>
                  <a:pt x="2367280" y="1778000"/>
                </a:lnTo>
                <a:lnTo>
                  <a:pt x="2489200" y="1788160"/>
                </a:lnTo>
                <a:lnTo>
                  <a:pt x="2448560" y="0"/>
                </a:lnTo>
                <a:close/>
              </a:path>
            </a:pathLst>
          </a:custGeom>
          <a:gradFill flip="none" rotWithShape="1">
            <a:gsLst>
              <a:gs pos="100000">
                <a:schemeClr val="accent1">
                  <a:lumMod val="5000"/>
                  <a:lumOff val="95000"/>
                </a:schemeClr>
              </a:gs>
              <a:gs pos="0">
                <a:schemeClr val="accent3">
                  <a:lumMod val="60000"/>
                  <a:lumOff val="40000"/>
                </a:schemeClr>
              </a:gs>
              <a:gs pos="43000">
                <a:schemeClr val="accent3">
                  <a:lumMod val="20000"/>
                  <a:lumOff val="80000"/>
                </a:schemeClr>
              </a:gs>
            </a:gsLst>
            <a:lin ang="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183083D6-344E-4C58-AB53-B37D3668C8D8}"/>
              </a:ext>
            </a:extLst>
          </p:cNvPr>
          <p:cNvSpPr/>
          <p:nvPr/>
        </p:nvSpPr>
        <p:spPr>
          <a:xfrm>
            <a:off x="2014220" y="3992880"/>
            <a:ext cx="3885353" cy="1828800"/>
          </a:xfrm>
          <a:custGeom>
            <a:avLst/>
            <a:gdLst>
              <a:gd name="connsiteX0" fmla="*/ 10160 w 3586480"/>
              <a:gd name="connsiteY0" fmla="*/ 1706880 h 1828800"/>
              <a:gd name="connsiteX1" fmla="*/ 264160 w 3586480"/>
              <a:gd name="connsiteY1" fmla="*/ 975360 h 1828800"/>
              <a:gd name="connsiteX2" fmla="*/ 406400 w 3586480"/>
              <a:gd name="connsiteY2" fmla="*/ 650240 h 1828800"/>
              <a:gd name="connsiteX3" fmla="*/ 548640 w 3586480"/>
              <a:gd name="connsiteY3" fmla="*/ 345440 h 1828800"/>
              <a:gd name="connsiteX4" fmla="*/ 721360 w 3586480"/>
              <a:gd name="connsiteY4" fmla="*/ 111760 h 1828800"/>
              <a:gd name="connsiteX5" fmla="*/ 833120 w 3586480"/>
              <a:gd name="connsiteY5" fmla="*/ 40640 h 1828800"/>
              <a:gd name="connsiteX6" fmla="*/ 914400 w 3586480"/>
              <a:gd name="connsiteY6" fmla="*/ 0 h 1828800"/>
              <a:gd name="connsiteX7" fmla="*/ 914400 w 3586480"/>
              <a:gd name="connsiteY7" fmla="*/ 0 h 1828800"/>
              <a:gd name="connsiteX8" fmla="*/ 1087120 w 3586480"/>
              <a:gd name="connsiteY8" fmla="*/ 10160 h 1828800"/>
              <a:gd name="connsiteX9" fmla="*/ 1188720 w 3586480"/>
              <a:gd name="connsiteY9" fmla="*/ 40640 h 1828800"/>
              <a:gd name="connsiteX10" fmla="*/ 1330960 w 3586480"/>
              <a:gd name="connsiteY10" fmla="*/ 142240 h 1828800"/>
              <a:gd name="connsiteX11" fmla="*/ 1442720 w 3586480"/>
              <a:gd name="connsiteY11" fmla="*/ 254000 h 1828800"/>
              <a:gd name="connsiteX12" fmla="*/ 1574800 w 3586480"/>
              <a:gd name="connsiteY12" fmla="*/ 416560 h 1828800"/>
              <a:gd name="connsiteX13" fmla="*/ 1686560 w 3586480"/>
              <a:gd name="connsiteY13" fmla="*/ 589280 h 1828800"/>
              <a:gd name="connsiteX14" fmla="*/ 1808480 w 3586480"/>
              <a:gd name="connsiteY14" fmla="*/ 822960 h 1828800"/>
              <a:gd name="connsiteX15" fmla="*/ 1920240 w 3586480"/>
              <a:gd name="connsiteY15" fmla="*/ 985520 h 1828800"/>
              <a:gd name="connsiteX16" fmla="*/ 2082800 w 3586480"/>
              <a:gd name="connsiteY16" fmla="*/ 1168400 h 1828800"/>
              <a:gd name="connsiteX17" fmla="*/ 2346960 w 3586480"/>
              <a:gd name="connsiteY17" fmla="*/ 1361440 h 1828800"/>
              <a:gd name="connsiteX18" fmla="*/ 2580640 w 3586480"/>
              <a:gd name="connsiteY18" fmla="*/ 1524000 h 1828800"/>
              <a:gd name="connsiteX19" fmla="*/ 2854960 w 3586480"/>
              <a:gd name="connsiteY19" fmla="*/ 1656080 h 1828800"/>
              <a:gd name="connsiteX20" fmla="*/ 3119120 w 3586480"/>
              <a:gd name="connsiteY20" fmla="*/ 1706880 h 1828800"/>
              <a:gd name="connsiteX21" fmla="*/ 3332480 w 3586480"/>
              <a:gd name="connsiteY21" fmla="*/ 1757680 h 1828800"/>
              <a:gd name="connsiteX22" fmla="*/ 3586480 w 3586480"/>
              <a:gd name="connsiteY22" fmla="*/ 1778000 h 1828800"/>
              <a:gd name="connsiteX23" fmla="*/ 3586480 w 3586480"/>
              <a:gd name="connsiteY23" fmla="*/ 1778000 h 1828800"/>
              <a:gd name="connsiteX24" fmla="*/ 3586480 w 3586480"/>
              <a:gd name="connsiteY24" fmla="*/ 1778000 h 1828800"/>
              <a:gd name="connsiteX25" fmla="*/ 0 w 3586480"/>
              <a:gd name="connsiteY25" fmla="*/ 1828800 h 1828800"/>
              <a:gd name="connsiteX26" fmla="*/ 10160 w 3586480"/>
              <a:gd name="connsiteY26" fmla="*/ 170688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586480" h="1828800">
                <a:moveTo>
                  <a:pt x="10160" y="1706880"/>
                </a:moveTo>
                <a:lnTo>
                  <a:pt x="264160" y="975360"/>
                </a:lnTo>
                <a:lnTo>
                  <a:pt x="406400" y="650240"/>
                </a:lnTo>
                <a:lnTo>
                  <a:pt x="548640" y="345440"/>
                </a:lnTo>
                <a:lnTo>
                  <a:pt x="721360" y="111760"/>
                </a:lnTo>
                <a:lnTo>
                  <a:pt x="833120" y="40640"/>
                </a:lnTo>
                <a:lnTo>
                  <a:pt x="914400" y="0"/>
                </a:lnTo>
                <a:lnTo>
                  <a:pt x="914400" y="0"/>
                </a:lnTo>
                <a:lnTo>
                  <a:pt x="1087120" y="10160"/>
                </a:lnTo>
                <a:lnTo>
                  <a:pt x="1188720" y="40640"/>
                </a:lnTo>
                <a:lnTo>
                  <a:pt x="1330960" y="142240"/>
                </a:lnTo>
                <a:lnTo>
                  <a:pt x="1442720" y="254000"/>
                </a:lnTo>
                <a:lnTo>
                  <a:pt x="1574800" y="416560"/>
                </a:lnTo>
                <a:lnTo>
                  <a:pt x="1686560" y="589280"/>
                </a:lnTo>
                <a:lnTo>
                  <a:pt x="1808480" y="822960"/>
                </a:lnTo>
                <a:lnTo>
                  <a:pt x="1920240" y="985520"/>
                </a:lnTo>
                <a:lnTo>
                  <a:pt x="2082800" y="1168400"/>
                </a:lnTo>
                <a:lnTo>
                  <a:pt x="2346960" y="1361440"/>
                </a:lnTo>
                <a:lnTo>
                  <a:pt x="2580640" y="1524000"/>
                </a:lnTo>
                <a:lnTo>
                  <a:pt x="2854960" y="1656080"/>
                </a:lnTo>
                <a:lnTo>
                  <a:pt x="3119120" y="1706880"/>
                </a:lnTo>
                <a:lnTo>
                  <a:pt x="3332480" y="1757680"/>
                </a:lnTo>
                <a:lnTo>
                  <a:pt x="3586480" y="1778000"/>
                </a:lnTo>
                <a:lnTo>
                  <a:pt x="3586480" y="1778000"/>
                </a:lnTo>
                <a:lnTo>
                  <a:pt x="3586480" y="1778000"/>
                </a:lnTo>
                <a:lnTo>
                  <a:pt x="0" y="1828800"/>
                </a:lnTo>
                <a:lnTo>
                  <a:pt x="10160" y="1706880"/>
                </a:lnTo>
                <a:close/>
              </a:path>
            </a:pathLst>
          </a:custGeom>
          <a:gradFill flip="none" rotWithShape="1">
            <a:gsLst>
              <a:gs pos="0">
                <a:srgbClr val="FFFBAB"/>
              </a:gs>
              <a:gs pos="79000">
                <a:srgbClr val="FFFDD5"/>
              </a:gs>
              <a:gs pos="100000">
                <a:schemeClr val="bg1"/>
              </a:gs>
            </a:gsLst>
            <a:lin ang="5400000" scaled="1"/>
            <a:tileRect/>
          </a:gra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B9E3E68C-5BD2-426E-A663-2E6DF54591BD}"/>
              </a:ext>
            </a:extLst>
          </p:cNvPr>
          <p:cNvSpPr/>
          <p:nvPr/>
        </p:nvSpPr>
        <p:spPr>
          <a:xfrm>
            <a:off x="3037840" y="3848259"/>
            <a:ext cx="165100" cy="152400"/>
          </a:xfrm>
          <a:prstGeom prst="ellipse">
            <a:avLst/>
          </a:prstGeom>
          <a:solidFill>
            <a:srgbClr val="FF0000"/>
          </a:solidFill>
          <a:ln w="2222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8F24B7A-4D09-4F95-9312-605BB68A3B30}"/>
              </a:ext>
            </a:extLst>
          </p:cNvPr>
          <p:cNvSpPr txBox="1"/>
          <p:nvPr/>
        </p:nvSpPr>
        <p:spPr>
          <a:xfrm>
            <a:off x="4007059" y="2832726"/>
            <a:ext cx="454612" cy="461665"/>
          </a:xfrm>
          <a:prstGeom prst="rect">
            <a:avLst/>
          </a:prstGeom>
          <a:noFill/>
        </p:spPr>
        <p:txBody>
          <a:bodyPr wrap="none" rtlCol="0">
            <a:spAutoFit/>
          </a:bodyPr>
          <a:lstStyle/>
          <a:p>
            <a:r>
              <a:rPr lang="en-US" sz="2400" b="1" dirty="0">
                <a:solidFill>
                  <a:schemeClr val="tx2"/>
                </a:solidFill>
              </a:rPr>
              <a:t>A.</a:t>
            </a:r>
          </a:p>
        </p:txBody>
      </p:sp>
      <p:sp>
        <p:nvSpPr>
          <p:cNvPr id="19" name="TextBox 18">
            <a:extLst>
              <a:ext uri="{FF2B5EF4-FFF2-40B4-BE49-F238E27FC236}">
                <a16:creationId xmlns:a16="http://schemas.microsoft.com/office/drawing/2014/main" id="{1B5EDB57-EE9C-4DB2-B8CC-CD722B6FF307}"/>
              </a:ext>
            </a:extLst>
          </p:cNvPr>
          <p:cNvSpPr txBox="1"/>
          <p:nvPr/>
        </p:nvSpPr>
        <p:spPr>
          <a:xfrm>
            <a:off x="2661201" y="3241457"/>
            <a:ext cx="439544" cy="461665"/>
          </a:xfrm>
          <a:prstGeom prst="rect">
            <a:avLst/>
          </a:prstGeom>
          <a:noFill/>
        </p:spPr>
        <p:txBody>
          <a:bodyPr wrap="none" rtlCol="0">
            <a:spAutoFit/>
          </a:bodyPr>
          <a:lstStyle/>
          <a:p>
            <a:r>
              <a:rPr lang="en-US" sz="2400" b="1" dirty="0">
                <a:solidFill>
                  <a:srgbClr val="FF0000"/>
                </a:solidFill>
              </a:rPr>
              <a:t>B.</a:t>
            </a:r>
          </a:p>
        </p:txBody>
      </p:sp>
      <p:sp>
        <p:nvSpPr>
          <p:cNvPr id="20" name="TextBox 19">
            <a:extLst>
              <a:ext uri="{FF2B5EF4-FFF2-40B4-BE49-F238E27FC236}">
                <a16:creationId xmlns:a16="http://schemas.microsoft.com/office/drawing/2014/main" id="{BD2964D7-3DE3-4F0F-9ABF-6478C7F67A26}"/>
              </a:ext>
            </a:extLst>
          </p:cNvPr>
          <p:cNvSpPr txBox="1"/>
          <p:nvPr/>
        </p:nvSpPr>
        <p:spPr>
          <a:xfrm>
            <a:off x="2466444" y="4643287"/>
            <a:ext cx="429926" cy="461665"/>
          </a:xfrm>
          <a:prstGeom prst="rect">
            <a:avLst/>
          </a:prstGeom>
          <a:noFill/>
        </p:spPr>
        <p:txBody>
          <a:bodyPr wrap="none" rtlCol="0">
            <a:spAutoFit/>
          </a:bodyPr>
          <a:lstStyle/>
          <a:p>
            <a:r>
              <a:rPr lang="en-US" sz="2400" b="1" dirty="0">
                <a:solidFill>
                  <a:schemeClr val="tx2"/>
                </a:solidFill>
              </a:rPr>
              <a:t>C.</a:t>
            </a:r>
          </a:p>
        </p:txBody>
      </p:sp>
      <p:sp>
        <p:nvSpPr>
          <p:cNvPr id="21" name="TextBox 20">
            <a:extLst>
              <a:ext uri="{FF2B5EF4-FFF2-40B4-BE49-F238E27FC236}">
                <a16:creationId xmlns:a16="http://schemas.microsoft.com/office/drawing/2014/main" id="{65D522C6-398B-47B1-A67F-67483D015091}"/>
              </a:ext>
            </a:extLst>
          </p:cNvPr>
          <p:cNvSpPr txBox="1"/>
          <p:nvPr/>
        </p:nvSpPr>
        <p:spPr>
          <a:xfrm>
            <a:off x="1678863" y="3419456"/>
            <a:ext cx="453650" cy="461665"/>
          </a:xfrm>
          <a:prstGeom prst="rect">
            <a:avLst/>
          </a:prstGeom>
          <a:noFill/>
        </p:spPr>
        <p:txBody>
          <a:bodyPr wrap="none" rtlCol="0">
            <a:spAutoFit/>
          </a:bodyPr>
          <a:lstStyle/>
          <a:p>
            <a:r>
              <a:rPr lang="en-US" sz="2400" b="1">
                <a:solidFill>
                  <a:schemeClr val="accent4">
                    <a:lumMod val="50000"/>
                  </a:schemeClr>
                </a:solidFill>
              </a:rPr>
              <a:t>D.</a:t>
            </a:r>
            <a:endParaRPr lang="en-US" sz="2400" b="1" dirty="0">
              <a:solidFill>
                <a:schemeClr val="accent4">
                  <a:lumMod val="50000"/>
                </a:schemeClr>
              </a:solidFill>
            </a:endParaRPr>
          </a:p>
        </p:txBody>
      </p:sp>
      <p:cxnSp>
        <p:nvCxnSpPr>
          <p:cNvPr id="22" name="Straight Arrow Connector 21">
            <a:extLst>
              <a:ext uri="{FF2B5EF4-FFF2-40B4-BE49-F238E27FC236}">
                <a16:creationId xmlns:a16="http://schemas.microsoft.com/office/drawing/2014/main" id="{E423D988-DB2A-413E-B19C-67C5BF9809A8}"/>
              </a:ext>
            </a:extLst>
          </p:cNvPr>
          <p:cNvCxnSpPr/>
          <p:nvPr/>
        </p:nvCxnSpPr>
        <p:spPr>
          <a:xfrm flipV="1">
            <a:off x="1516269" y="2153920"/>
            <a:ext cx="0" cy="3779520"/>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C1D858B-693E-4415-820F-BC2522A1D3A2}"/>
              </a:ext>
            </a:extLst>
          </p:cNvPr>
          <p:cNvCxnSpPr/>
          <p:nvPr/>
        </p:nvCxnSpPr>
        <p:spPr>
          <a:xfrm>
            <a:off x="1516269" y="5933440"/>
            <a:ext cx="4735518" cy="0"/>
          </a:xfrm>
          <a:prstGeom prst="straightConnector1">
            <a:avLst/>
          </a:prstGeom>
          <a:ln>
            <a:solidFill>
              <a:schemeClr val="tx1"/>
            </a:solidFill>
            <a:tailEnd type="triangle" w="lg" len="lg"/>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16B3C5AA-D36F-4FA4-B8E3-5E1765F7AC07}"/>
              </a:ext>
            </a:extLst>
          </p:cNvPr>
          <p:cNvSpPr txBox="1"/>
          <p:nvPr/>
        </p:nvSpPr>
        <p:spPr>
          <a:xfrm>
            <a:off x="7522344" y="2709486"/>
            <a:ext cx="612668" cy="2277547"/>
          </a:xfrm>
          <a:prstGeom prst="rect">
            <a:avLst/>
          </a:prstGeom>
          <a:noFill/>
        </p:spPr>
        <p:txBody>
          <a:bodyPr wrap="none" rtlCol="0">
            <a:spAutoFit/>
          </a:bodyPr>
          <a:lstStyle/>
          <a:p>
            <a:pPr marL="342900" indent="-342900">
              <a:spcAft>
                <a:spcPts val="1200"/>
              </a:spcAft>
              <a:buFont typeface="+mj-lt"/>
              <a:buAutoNum type="alphaUcPeriod"/>
            </a:pPr>
            <a:r>
              <a:rPr lang="en-US" sz="2800" dirty="0"/>
              <a:t> </a:t>
            </a:r>
          </a:p>
          <a:p>
            <a:pPr marL="342900" indent="-342900">
              <a:spcAft>
                <a:spcPts val="1200"/>
              </a:spcAft>
              <a:buFont typeface="+mj-lt"/>
              <a:buAutoNum type="alphaUcPeriod"/>
            </a:pPr>
            <a:r>
              <a:rPr lang="en-US" sz="2800" dirty="0"/>
              <a:t> </a:t>
            </a:r>
          </a:p>
          <a:p>
            <a:pPr marL="342900" indent="-342900">
              <a:spcAft>
                <a:spcPts val="1200"/>
              </a:spcAft>
              <a:buFont typeface="+mj-lt"/>
              <a:buAutoNum type="alphaUcPeriod"/>
            </a:pPr>
            <a:r>
              <a:rPr lang="en-US" sz="2800" dirty="0"/>
              <a:t> </a:t>
            </a:r>
          </a:p>
          <a:p>
            <a:pPr marL="342900" indent="-342900">
              <a:spcAft>
                <a:spcPts val="1200"/>
              </a:spcAft>
              <a:buFont typeface="+mj-lt"/>
              <a:buAutoNum type="alphaUcPeriod"/>
            </a:pPr>
            <a:r>
              <a:rPr lang="en-US" sz="2800" dirty="0"/>
              <a:t> </a:t>
            </a:r>
          </a:p>
        </p:txBody>
      </p:sp>
      <p:cxnSp>
        <p:nvCxnSpPr>
          <p:cNvPr id="25" name="Straight Arrow Connector 24">
            <a:extLst>
              <a:ext uri="{FF2B5EF4-FFF2-40B4-BE49-F238E27FC236}">
                <a16:creationId xmlns:a16="http://schemas.microsoft.com/office/drawing/2014/main" id="{6AC1FB68-6CE7-4302-BECE-F7F5175369BB}"/>
              </a:ext>
            </a:extLst>
          </p:cNvPr>
          <p:cNvCxnSpPr/>
          <p:nvPr/>
        </p:nvCxnSpPr>
        <p:spPr>
          <a:xfrm>
            <a:off x="2894825" y="3619872"/>
            <a:ext cx="165100" cy="236332"/>
          </a:xfrm>
          <a:prstGeom prst="straightConnector1">
            <a:avLst/>
          </a:prstGeom>
          <a:ln>
            <a:solidFill>
              <a:srgbClr val="FF0000"/>
            </a:solidFill>
            <a:tailEnd type="stealth"/>
          </a:ln>
          <a:effectLst/>
        </p:spPr>
        <p:style>
          <a:lnRef idx="2">
            <a:schemeClr val="accent1"/>
          </a:lnRef>
          <a:fillRef idx="0">
            <a:schemeClr val="accent1"/>
          </a:fillRef>
          <a:effectRef idx="1">
            <a:schemeClr val="accent1"/>
          </a:effectRef>
          <a:fontRef idx="minor">
            <a:schemeClr val="tx1"/>
          </a:fontRef>
        </p:style>
      </p:cxnSp>
      <p:cxnSp>
        <p:nvCxnSpPr>
          <p:cNvPr id="26" name="Straight Arrow Connector 25">
            <a:extLst>
              <a:ext uri="{FF2B5EF4-FFF2-40B4-BE49-F238E27FC236}">
                <a16:creationId xmlns:a16="http://schemas.microsoft.com/office/drawing/2014/main" id="{20575C24-2289-4697-941E-B832F31EE328}"/>
              </a:ext>
            </a:extLst>
          </p:cNvPr>
          <p:cNvCxnSpPr/>
          <p:nvPr/>
        </p:nvCxnSpPr>
        <p:spPr>
          <a:xfrm flipH="1" flipV="1">
            <a:off x="2522443" y="4511206"/>
            <a:ext cx="100371" cy="208332"/>
          </a:xfrm>
          <a:prstGeom prst="straightConnector1">
            <a:avLst/>
          </a:prstGeom>
          <a:ln>
            <a:solidFill>
              <a:schemeClr val="tx2"/>
            </a:solidFill>
            <a:tailEnd type="stealth"/>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7442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Solid Phase Change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TextBox 5">
            <a:extLst>
              <a:ext uri="{FF2B5EF4-FFF2-40B4-BE49-F238E27FC236}">
                <a16:creationId xmlns:a16="http://schemas.microsoft.com/office/drawing/2014/main" id="{0B8EE253-5F2D-44E2-8BA5-4B25C5533B02}"/>
              </a:ext>
            </a:extLst>
          </p:cNvPr>
          <p:cNvSpPr txBox="1"/>
          <p:nvPr/>
        </p:nvSpPr>
        <p:spPr>
          <a:xfrm>
            <a:off x="383753" y="791907"/>
            <a:ext cx="8613943" cy="882293"/>
          </a:xfrm>
          <a:prstGeom prst="rect">
            <a:avLst/>
          </a:prstGeom>
          <a:noFill/>
        </p:spPr>
        <p:txBody>
          <a:bodyPr wrap="square" rtlCol="0">
            <a:spAutoFit/>
          </a:bodyPr>
          <a:lstStyle/>
          <a:p>
            <a:pPr algn="ctr">
              <a:spcAft>
                <a:spcPts val="400"/>
              </a:spcAft>
            </a:pPr>
            <a:r>
              <a:rPr lang="en-US" altLang="zh-CN" sz="2400" b="1" i="1" dirty="0">
                <a:latin typeface="+mj-lt"/>
              </a:rPr>
              <a:t>p–v–T</a:t>
            </a:r>
            <a:r>
              <a:rPr lang="en-US" altLang="zh-CN" sz="2400" b="1" dirty="0">
                <a:latin typeface="+mj-lt"/>
              </a:rPr>
              <a:t> </a:t>
            </a:r>
            <a:r>
              <a:rPr lang="en-US" altLang="zh-CN" sz="2400" b="1" dirty="0">
                <a:solidFill>
                  <a:srgbClr val="FF0000"/>
                </a:solidFill>
                <a:latin typeface="+mj-lt"/>
              </a:rPr>
              <a:t>surface</a:t>
            </a:r>
            <a:r>
              <a:rPr lang="en-US" altLang="zh-CN" sz="2400" b="1" dirty="0">
                <a:latin typeface="+mj-lt"/>
              </a:rPr>
              <a:t> and projections for a substance that </a:t>
            </a:r>
          </a:p>
          <a:p>
            <a:pPr algn="ctr">
              <a:spcAft>
                <a:spcPts val="400"/>
              </a:spcAft>
            </a:pPr>
            <a:r>
              <a:rPr lang="en-US" altLang="zh-CN" sz="2400" b="1" u="sng" dirty="0">
                <a:latin typeface="+mj-lt"/>
              </a:rPr>
              <a:t>expands</a:t>
            </a:r>
            <a:r>
              <a:rPr lang="en-US" altLang="zh-CN" sz="2400" b="1" dirty="0">
                <a:latin typeface="+mj-lt"/>
              </a:rPr>
              <a:t> on freezing</a:t>
            </a:r>
          </a:p>
        </p:txBody>
      </p:sp>
      <p:pic>
        <p:nvPicPr>
          <p:cNvPr id="13" name="Picture 6">
            <a:extLst>
              <a:ext uri="{FF2B5EF4-FFF2-40B4-BE49-F238E27FC236}">
                <a16:creationId xmlns:a16="http://schemas.microsoft.com/office/drawing/2014/main" id="{6171413F-32D7-4173-85EF-91DB4F6C1D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5605" y="2583756"/>
            <a:ext cx="2343150" cy="2486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3">
            <a:extLst>
              <a:ext uri="{FF2B5EF4-FFF2-40B4-BE49-F238E27FC236}">
                <a16:creationId xmlns:a16="http://schemas.microsoft.com/office/drawing/2014/main" id="{C8A844F0-F10F-46BD-8806-02CC36E1F8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357" y="2568820"/>
            <a:ext cx="2760345" cy="2514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ture 2">
            <a:extLst>
              <a:ext uri="{FF2B5EF4-FFF2-40B4-BE49-F238E27FC236}">
                <a16:creationId xmlns:a16="http://schemas.microsoft.com/office/drawing/2014/main" id="{C226E759-7751-4127-92DA-33818E29B42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45056" y="2331901"/>
            <a:ext cx="2619375" cy="2838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7" name="Straight Arrow Connector 16">
            <a:extLst>
              <a:ext uri="{FF2B5EF4-FFF2-40B4-BE49-F238E27FC236}">
                <a16:creationId xmlns:a16="http://schemas.microsoft.com/office/drawing/2014/main" id="{7F464067-226B-4BEF-8D28-2706346A0F4B}"/>
              </a:ext>
            </a:extLst>
          </p:cNvPr>
          <p:cNvCxnSpPr>
            <a:cxnSpLocks/>
          </p:cNvCxnSpPr>
          <p:nvPr/>
        </p:nvCxnSpPr>
        <p:spPr>
          <a:xfrm>
            <a:off x="3488436" y="2436876"/>
            <a:ext cx="493776" cy="546598"/>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0140946-B47D-440B-A47F-4F7BA5106F8F}"/>
              </a:ext>
            </a:extLst>
          </p:cNvPr>
          <p:cNvSpPr txBox="1"/>
          <p:nvPr/>
        </p:nvSpPr>
        <p:spPr>
          <a:xfrm>
            <a:off x="383753" y="5709791"/>
            <a:ext cx="4757841" cy="369332"/>
          </a:xfrm>
          <a:prstGeom prst="rect">
            <a:avLst/>
          </a:prstGeom>
          <a:noFill/>
        </p:spPr>
        <p:txBody>
          <a:bodyPr wrap="none" rtlCol="0">
            <a:spAutoFit/>
          </a:bodyPr>
          <a:lstStyle/>
          <a:p>
            <a:r>
              <a:rPr lang="en-US" dirty="0"/>
              <a:t>Main example: Water – reason for pipe breakage</a:t>
            </a:r>
          </a:p>
        </p:txBody>
      </p:sp>
    </p:spTree>
    <p:extLst>
      <p:ext uri="{BB962C8B-B14F-4D97-AF65-F5344CB8AC3E}">
        <p14:creationId xmlns:p14="http://schemas.microsoft.com/office/powerpoint/2010/main" val="24516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rgbClr val="549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Solid Phase Change</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TextBox 5">
            <a:extLst>
              <a:ext uri="{FF2B5EF4-FFF2-40B4-BE49-F238E27FC236}">
                <a16:creationId xmlns:a16="http://schemas.microsoft.com/office/drawing/2014/main" id="{0B8EE253-5F2D-44E2-8BA5-4B25C5533B02}"/>
              </a:ext>
            </a:extLst>
          </p:cNvPr>
          <p:cNvSpPr txBox="1"/>
          <p:nvPr/>
        </p:nvSpPr>
        <p:spPr>
          <a:xfrm>
            <a:off x="677667" y="791847"/>
            <a:ext cx="8613943" cy="882293"/>
          </a:xfrm>
          <a:prstGeom prst="rect">
            <a:avLst/>
          </a:prstGeom>
          <a:noFill/>
        </p:spPr>
        <p:txBody>
          <a:bodyPr wrap="square" rtlCol="0">
            <a:spAutoFit/>
          </a:bodyPr>
          <a:lstStyle/>
          <a:p>
            <a:pPr algn="ctr">
              <a:spcAft>
                <a:spcPts val="400"/>
              </a:spcAft>
            </a:pPr>
            <a:r>
              <a:rPr lang="en-US" altLang="zh-CN" sz="2400" b="1" i="1" dirty="0">
                <a:latin typeface="+mj-lt"/>
              </a:rPr>
              <a:t>p–v–T</a:t>
            </a:r>
            <a:r>
              <a:rPr lang="en-US" altLang="zh-CN" sz="2400" b="1" dirty="0">
                <a:latin typeface="+mj-lt"/>
              </a:rPr>
              <a:t> surface and projections for a substance that </a:t>
            </a:r>
          </a:p>
          <a:p>
            <a:pPr algn="ctr">
              <a:spcAft>
                <a:spcPts val="400"/>
              </a:spcAft>
            </a:pPr>
            <a:r>
              <a:rPr lang="en-US" altLang="zh-CN" sz="2400" b="1" u="sng" dirty="0">
                <a:latin typeface="+mj-lt"/>
              </a:rPr>
              <a:t>contracts</a:t>
            </a:r>
            <a:r>
              <a:rPr lang="en-US" altLang="zh-CN" sz="2400" b="1" dirty="0">
                <a:latin typeface="+mj-lt"/>
              </a:rPr>
              <a:t> on freezing</a:t>
            </a:r>
          </a:p>
        </p:txBody>
      </p:sp>
      <p:pic>
        <p:nvPicPr>
          <p:cNvPr id="7" name="Picture 2">
            <a:extLst>
              <a:ext uri="{FF2B5EF4-FFF2-40B4-BE49-F238E27FC236}">
                <a16:creationId xmlns:a16="http://schemas.microsoft.com/office/drawing/2014/main" id="{EC55902E-ECC9-446D-97B7-87E230794C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8265" y="2246224"/>
            <a:ext cx="3109913" cy="29289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4">
            <a:extLst>
              <a:ext uri="{FF2B5EF4-FFF2-40B4-BE49-F238E27FC236}">
                <a16:creationId xmlns:a16="http://schemas.microsoft.com/office/drawing/2014/main" id="{77AA93A0-490A-4AC7-8661-876D96B280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3753" y="2583147"/>
            <a:ext cx="2777490" cy="25031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Picture 5">
            <a:extLst>
              <a:ext uri="{FF2B5EF4-FFF2-40B4-BE49-F238E27FC236}">
                <a16:creationId xmlns:a16="http://schemas.microsoft.com/office/drawing/2014/main" id="{E4130843-3014-4C11-82A0-65B4636DC1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21357" y="2587915"/>
            <a:ext cx="2371725" cy="24974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4" name="Straight Arrow Connector 3">
            <a:extLst>
              <a:ext uri="{FF2B5EF4-FFF2-40B4-BE49-F238E27FC236}">
                <a16:creationId xmlns:a16="http://schemas.microsoft.com/office/drawing/2014/main" id="{4CB5C3D8-9802-41F4-9C47-8DA23B1CB78D}"/>
              </a:ext>
            </a:extLst>
          </p:cNvPr>
          <p:cNvCxnSpPr/>
          <p:nvPr/>
        </p:nvCxnSpPr>
        <p:spPr>
          <a:xfrm flipH="1">
            <a:off x="4430268" y="2139696"/>
            <a:ext cx="722376" cy="553212"/>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7478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8673"/>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Ice Fishing</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sp>
        <p:nvSpPr>
          <p:cNvPr id="6" name="TextBox 5">
            <a:extLst>
              <a:ext uri="{FF2B5EF4-FFF2-40B4-BE49-F238E27FC236}">
                <a16:creationId xmlns:a16="http://schemas.microsoft.com/office/drawing/2014/main" id="{0B8EE253-5F2D-44E2-8BA5-4B25C5533B02}"/>
              </a:ext>
            </a:extLst>
          </p:cNvPr>
          <p:cNvSpPr txBox="1"/>
          <p:nvPr/>
        </p:nvSpPr>
        <p:spPr>
          <a:xfrm>
            <a:off x="383753" y="791907"/>
            <a:ext cx="8613943" cy="461665"/>
          </a:xfrm>
          <a:prstGeom prst="rect">
            <a:avLst/>
          </a:prstGeom>
          <a:noFill/>
        </p:spPr>
        <p:txBody>
          <a:bodyPr wrap="square" rtlCol="0">
            <a:spAutoFit/>
          </a:bodyPr>
          <a:lstStyle/>
          <a:p>
            <a:r>
              <a:rPr lang="en-US" altLang="zh-CN" sz="2400" b="1" dirty="0">
                <a:latin typeface="+mj-lt"/>
              </a:rPr>
              <a:t>Why is this important for life?</a:t>
            </a:r>
          </a:p>
        </p:txBody>
      </p:sp>
      <p:pic>
        <p:nvPicPr>
          <p:cNvPr id="4" name="Picture 3">
            <a:extLst>
              <a:ext uri="{FF2B5EF4-FFF2-40B4-BE49-F238E27FC236}">
                <a16:creationId xmlns:a16="http://schemas.microsoft.com/office/drawing/2014/main" id="{FFC51580-E865-4D91-A9C9-6E4B0F756F40}"/>
              </a:ext>
            </a:extLst>
          </p:cNvPr>
          <p:cNvPicPr>
            <a:picLocks noChangeAspect="1"/>
          </p:cNvPicPr>
          <p:nvPr/>
        </p:nvPicPr>
        <p:blipFill>
          <a:blip r:embed="rId4"/>
          <a:stretch>
            <a:fillRect/>
          </a:stretch>
        </p:blipFill>
        <p:spPr>
          <a:xfrm>
            <a:off x="4690724" y="825532"/>
            <a:ext cx="3953549" cy="5518216"/>
          </a:xfrm>
          <a:prstGeom prst="rect">
            <a:avLst/>
          </a:prstGeom>
        </p:spPr>
      </p:pic>
    </p:spTree>
    <p:extLst>
      <p:ext uri="{BB962C8B-B14F-4D97-AF65-F5344CB8AC3E}">
        <p14:creationId xmlns:p14="http://schemas.microsoft.com/office/powerpoint/2010/main" val="2679969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Locate a point at high </a:t>
            </a:r>
            <a:r>
              <a:rPr lang="en-US" sz="3300" i="1" dirty="0"/>
              <a:t>p</a:t>
            </a:r>
            <a:r>
              <a:rPr lang="en-US" sz="3300" dirty="0"/>
              <a:t>, low </a:t>
            </a:r>
            <a:r>
              <a:rPr lang="en-US" sz="3300" i="1" dirty="0"/>
              <a:t>T</a:t>
            </a:r>
            <a:endParaRPr lang="en-US" sz="3300" dirty="0"/>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pic>
        <p:nvPicPr>
          <p:cNvPr id="7" name="Picture 6">
            <a:extLst>
              <a:ext uri="{FF2B5EF4-FFF2-40B4-BE49-F238E27FC236}">
                <a16:creationId xmlns:a16="http://schemas.microsoft.com/office/drawing/2014/main" id="{57153B7C-2640-4334-A23C-1BE4CA3390A4}"/>
              </a:ext>
            </a:extLst>
          </p:cNvPr>
          <p:cNvPicPr>
            <a:picLocks noChangeAspect="1"/>
          </p:cNvPicPr>
          <p:nvPr/>
        </p:nvPicPr>
        <p:blipFill rotWithShape="1">
          <a:blip r:embed="rId4"/>
          <a:srcRect l="47790" t="57964" b="3206"/>
          <a:stretch/>
        </p:blipFill>
        <p:spPr>
          <a:xfrm>
            <a:off x="1477889" y="972240"/>
            <a:ext cx="5813426" cy="4838783"/>
          </a:xfrm>
          <a:prstGeom prst="rect">
            <a:avLst/>
          </a:prstGeom>
        </p:spPr>
      </p:pic>
      <p:sp>
        <p:nvSpPr>
          <p:cNvPr id="8" name="TextBox 7">
            <a:extLst>
              <a:ext uri="{FF2B5EF4-FFF2-40B4-BE49-F238E27FC236}">
                <a16:creationId xmlns:a16="http://schemas.microsoft.com/office/drawing/2014/main" id="{D174A6F0-5653-44FA-8224-66F0BE544F39}"/>
              </a:ext>
            </a:extLst>
          </p:cNvPr>
          <p:cNvSpPr txBox="1"/>
          <p:nvPr/>
        </p:nvSpPr>
        <p:spPr>
          <a:xfrm>
            <a:off x="4384602" y="1287642"/>
            <a:ext cx="523541" cy="461665"/>
          </a:xfrm>
          <a:prstGeom prst="rect">
            <a:avLst/>
          </a:prstGeom>
          <a:noFill/>
        </p:spPr>
        <p:txBody>
          <a:bodyPr wrap="none" rtlCol="0">
            <a:spAutoFit/>
          </a:bodyPr>
          <a:lstStyle/>
          <a:p>
            <a:r>
              <a:rPr lang="en-US" sz="2400" b="1" dirty="0">
                <a:solidFill>
                  <a:srgbClr val="FF0000"/>
                </a:solidFill>
              </a:rPr>
              <a:t>A. </a:t>
            </a:r>
          </a:p>
        </p:txBody>
      </p:sp>
      <p:sp>
        <p:nvSpPr>
          <p:cNvPr id="9" name="TextBox 8">
            <a:extLst>
              <a:ext uri="{FF2B5EF4-FFF2-40B4-BE49-F238E27FC236}">
                <a16:creationId xmlns:a16="http://schemas.microsoft.com/office/drawing/2014/main" id="{80ED98B1-AB1E-4FCB-AE4D-8054FE00D396}"/>
              </a:ext>
            </a:extLst>
          </p:cNvPr>
          <p:cNvSpPr txBox="1"/>
          <p:nvPr/>
        </p:nvSpPr>
        <p:spPr>
          <a:xfrm>
            <a:off x="3202485" y="1287641"/>
            <a:ext cx="508473" cy="461665"/>
          </a:xfrm>
          <a:prstGeom prst="rect">
            <a:avLst/>
          </a:prstGeom>
          <a:noFill/>
        </p:spPr>
        <p:txBody>
          <a:bodyPr wrap="none" rtlCol="0">
            <a:spAutoFit/>
          </a:bodyPr>
          <a:lstStyle/>
          <a:p>
            <a:r>
              <a:rPr lang="en-US" sz="2400" b="1">
                <a:solidFill>
                  <a:srgbClr val="FF0000"/>
                </a:solidFill>
              </a:rPr>
              <a:t>B. </a:t>
            </a:r>
            <a:endParaRPr lang="en-US" sz="2400" b="1" dirty="0">
              <a:solidFill>
                <a:srgbClr val="FF0000"/>
              </a:solidFill>
            </a:endParaRPr>
          </a:p>
        </p:txBody>
      </p:sp>
      <p:sp>
        <p:nvSpPr>
          <p:cNvPr id="10" name="TextBox 9">
            <a:extLst>
              <a:ext uri="{FF2B5EF4-FFF2-40B4-BE49-F238E27FC236}">
                <a16:creationId xmlns:a16="http://schemas.microsoft.com/office/drawing/2014/main" id="{41181899-CE43-4377-8403-1E97D6FCF1F7}"/>
              </a:ext>
            </a:extLst>
          </p:cNvPr>
          <p:cNvSpPr txBox="1"/>
          <p:nvPr/>
        </p:nvSpPr>
        <p:spPr>
          <a:xfrm>
            <a:off x="6190795" y="3819557"/>
            <a:ext cx="494046" cy="461665"/>
          </a:xfrm>
          <a:prstGeom prst="rect">
            <a:avLst/>
          </a:prstGeom>
          <a:noFill/>
        </p:spPr>
        <p:txBody>
          <a:bodyPr wrap="none" rtlCol="0">
            <a:spAutoFit/>
          </a:bodyPr>
          <a:lstStyle/>
          <a:p>
            <a:r>
              <a:rPr lang="en-US" sz="2400" b="1" dirty="0">
                <a:solidFill>
                  <a:srgbClr val="FF0000"/>
                </a:solidFill>
              </a:rPr>
              <a:t>C. </a:t>
            </a:r>
          </a:p>
        </p:txBody>
      </p:sp>
      <p:sp>
        <p:nvSpPr>
          <p:cNvPr id="11" name="TextBox 10">
            <a:extLst>
              <a:ext uri="{FF2B5EF4-FFF2-40B4-BE49-F238E27FC236}">
                <a16:creationId xmlns:a16="http://schemas.microsoft.com/office/drawing/2014/main" id="{6925BDD2-5CB3-479C-8A97-40E055810BA0}"/>
              </a:ext>
            </a:extLst>
          </p:cNvPr>
          <p:cNvSpPr txBox="1"/>
          <p:nvPr/>
        </p:nvSpPr>
        <p:spPr>
          <a:xfrm>
            <a:off x="3914067" y="3087667"/>
            <a:ext cx="522579" cy="461665"/>
          </a:xfrm>
          <a:prstGeom prst="rect">
            <a:avLst/>
          </a:prstGeom>
          <a:noFill/>
        </p:spPr>
        <p:txBody>
          <a:bodyPr wrap="none" rtlCol="0">
            <a:spAutoFit/>
          </a:bodyPr>
          <a:lstStyle/>
          <a:p>
            <a:r>
              <a:rPr lang="en-US" sz="2400" b="1" dirty="0">
                <a:solidFill>
                  <a:srgbClr val="FF0000"/>
                </a:solidFill>
              </a:rPr>
              <a:t>D. </a:t>
            </a:r>
          </a:p>
        </p:txBody>
      </p:sp>
    </p:spTree>
    <p:extLst>
      <p:ext uri="{BB962C8B-B14F-4D97-AF65-F5344CB8AC3E}">
        <p14:creationId xmlns:p14="http://schemas.microsoft.com/office/powerpoint/2010/main" val="20197787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Where can the liquid-vapor dome be found?</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pic>
        <p:nvPicPr>
          <p:cNvPr id="26" name="Picture 25">
            <a:extLst>
              <a:ext uri="{FF2B5EF4-FFF2-40B4-BE49-F238E27FC236}">
                <a16:creationId xmlns:a16="http://schemas.microsoft.com/office/drawing/2014/main" id="{667E0BB8-04BA-47C5-9CCB-A8B063CD7D5D}"/>
              </a:ext>
            </a:extLst>
          </p:cNvPr>
          <p:cNvPicPr>
            <a:picLocks noChangeAspect="1"/>
          </p:cNvPicPr>
          <p:nvPr/>
        </p:nvPicPr>
        <p:blipFill>
          <a:blip r:embed="rId4"/>
          <a:stretch>
            <a:fillRect/>
          </a:stretch>
        </p:blipFill>
        <p:spPr>
          <a:xfrm>
            <a:off x="115124" y="1859882"/>
            <a:ext cx="4660127" cy="4116485"/>
          </a:xfrm>
          <a:prstGeom prst="rect">
            <a:avLst/>
          </a:prstGeom>
        </p:spPr>
      </p:pic>
      <p:sp>
        <p:nvSpPr>
          <p:cNvPr id="27" name="TextBox 26">
            <a:extLst>
              <a:ext uri="{FF2B5EF4-FFF2-40B4-BE49-F238E27FC236}">
                <a16:creationId xmlns:a16="http://schemas.microsoft.com/office/drawing/2014/main" id="{140AC203-919C-432F-BA0F-E09AF4BC2D8C}"/>
              </a:ext>
            </a:extLst>
          </p:cNvPr>
          <p:cNvSpPr txBox="1"/>
          <p:nvPr/>
        </p:nvSpPr>
        <p:spPr>
          <a:xfrm>
            <a:off x="1042232" y="2131777"/>
            <a:ext cx="523541" cy="461665"/>
          </a:xfrm>
          <a:prstGeom prst="rect">
            <a:avLst/>
          </a:prstGeom>
          <a:noFill/>
        </p:spPr>
        <p:txBody>
          <a:bodyPr wrap="none" rtlCol="0">
            <a:spAutoFit/>
          </a:bodyPr>
          <a:lstStyle/>
          <a:p>
            <a:r>
              <a:rPr lang="en-US" sz="2400" b="1"/>
              <a:t>A. </a:t>
            </a:r>
          </a:p>
        </p:txBody>
      </p:sp>
      <p:sp>
        <p:nvSpPr>
          <p:cNvPr id="28" name="TextBox 27">
            <a:extLst>
              <a:ext uri="{FF2B5EF4-FFF2-40B4-BE49-F238E27FC236}">
                <a16:creationId xmlns:a16="http://schemas.microsoft.com/office/drawing/2014/main" id="{66E6BC2B-8DCD-4E78-9C19-6D5F79CCB299}"/>
              </a:ext>
            </a:extLst>
          </p:cNvPr>
          <p:cNvSpPr txBox="1"/>
          <p:nvPr/>
        </p:nvSpPr>
        <p:spPr>
          <a:xfrm>
            <a:off x="3886770" y="1765832"/>
            <a:ext cx="508473" cy="461665"/>
          </a:xfrm>
          <a:prstGeom prst="rect">
            <a:avLst/>
          </a:prstGeom>
          <a:noFill/>
        </p:spPr>
        <p:txBody>
          <a:bodyPr wrap="none" rtlCol="0">
            <a:spAutoFit/>
          </a:bodyPr>
          <a:lstStyle/>
          <a:p>
            <a:r>
              <a:rPr lang="en-US" sz="2400" b="1" dirty="0"/>
              <a:t>B. </a:t>
            </a:r>
          </a:p>
        </p:txBody>
      </p:sp>
      <p:sp>
        <p:nvSpPr>
          <p:cNvPr id="29" name="TextBox 28">
            <a:extLst>
              <a:ext uri="{FF2B5EF4-FFF2-40B4-BE49-F238E27FC236}">
                <a16:creationId xmlns:a16="http://schemas.microsoft.com/office/drawing/2014/main" id="{D4F73259-3C26-4C13-9127-DFB7DCD67A5B}"/>
              </a:ext>
            </a:extLst>
          </p:cNvPr>
          <p:cNvSpPr txBox="1"/>
          <p:nvPr/>
        </p:nvSpPr>
        <p:spPr>
          <a:xfrm>
            <a:off x="3089000" y="3701438"/>
            <a:ext cx="494046" cy="461665"/>
          </a:xfrm>
          <a:prstGeom prst="rect">
            <a:avLst/>
          </a:prstGeom>
          <a:noFill/>
        </p:spPr>
        <p:txBody>
          <a:bodyPr wrap="none" rtlCol="0">
            <a:spAutoFit/>
          </a:bodyPr>
          <a:lstStyle/>
          <a:p>
            <a:r>
              <a:rPr lang="en-US" sz="2400" b="1" dirty="0"/>
              <a:t>C. </a:t>
            </a:r>
          </a:p>
        </p:txBody>
      </p:sp>
      <p:sp>
        <p:nvSpPr>
          <p:cNvPr id="30" name="TextBox 29">
            <a:extLst>
              <a:ext uri="{FF2B5EF4-FFF2-40B4-BE49-F238E27FC236}">
                <a16:creationId xmlns:a16="http://schemas.microsoft.com/office/drawing/2014/main" id="{4A86DA07-E014-42BF-BFAF-DDBD628C6F26}"/>
              </a:ext>
            </a:extLst>
          </p:cNvPr>
          <p:cNvSpPr txBox="1"/>
          <p:nvPr/>
        </p:nvSpPr>
        <p:spPr>
          <a:xfrm>
            <a:off x="1222663" y="5173075"/>
            <a:ext cx="522579" cy="461665"/>
          </a:xfrm>
          <a:prstGeom prst="rect">
            <a:avLst/>
          </a:prstGeom>
          <a:noFill/>
        </p:spPr>
        <p:txBody>
          <a:bodyPr wrap="none" rtlCol="0">
            <a:spAutoFit/>
          </a:bodyPr>
          <a:lstStyle/>
          <a:p>
            <a:r>
              <a:rPr lang="en-US" sz="2400" b="1" dirty="0"/>
              <a:t>D. </a:t>
            </a:r>
          </a:p>
        </p:txBody>
      </p:sp>
      <p:sp>
        <p:nvSpPr>
          <p:cNvPr id="31" name="Freeform 9">
            <a:extLst>
              <a:ext uri="{FF2B5EF4-FFF2-40B4-BE49-F238E27FC236}">
                <a16:creationId xmlns:a16="http://schemas.microsoft.com/office/drawing/2014/main" id="{5FA14D38-4087-481A-AF0F-8CDE91703DF7}"/>
              </a:ext>
            </a:extLst>
          </p:cNvPr>
          <p:cNvSpPr/>
          <p:nvPr/>
        </p:nvSpPr>
        <p:spPr>
          <a:xfrm>
            <a:off x="584770" y="4663654"/>
            <a:ext cx="1353820" cy="914400"/>
          </a:xfrm>
          <a:custGeom>
            <a:avLst/>
            <a:gdLst>
              <a:gd name="connsiteX0" fmla="*/ 0 w 1249680"/>
              <a:gd name="connsiteY0" fmla="*/ 833120 h 914400"/>
              <a:gd name="connsiteX1" fmla="*/ 436880 w 1249680"/>
              <a:gd name="connsiteY1" fmla="*/ 670560 h 914400"/>
              <a:gd name="connsiteX2" fmla="*/ 741680 w 1249680"/>
              <a:gd name="connsiteY2" fmla="*/ 447040 h 914400"/>
              <a:gd name="connsiteX3" fmla="*/ 975360 w 1249680"/>
              <a:gd name="connsiteY3" fmla="*/ 182880 h 914400"/>
              <a:gd name="connsiteX4" fmla="*/ 1076960 w 1249680"/>
              <a:gd name="connsiteY4" fmla="*/ 0 h 914400"/>
              <a:gd name="connsiteX5" fmla="*/ 1249680 w 1249680"/>
              <a:gd name="connsiteY5" fmla="*/ 121920 h 914400"/>
              <a:gd name="connsiteX6" fmla="*/ 1026160 w 1249680"/>
              <a:gd name="connsiteY6" fmla="*/ 355600 h 914400"/>
              <a:gd name="connsiteX7" fmla="*/ 883920 w 1249680"/>
              <a:gd name="connsiteY7" fmla="*/ 599440 h 914400"/>
              <a:gd name="connsiteX8" fmla="*/ 1005840 w 1249680"/>
              <a:gd name="connsiteY8" fmla="*/ 802640 h 914400"/>
              <a:gd name="connsiteX9" fmla="*/ 934720 w 1249680"/>
              <a:gd name="connsiteY9" fmla="*/ 904240 h 914400"/>
              <a:gd name="connsiteX10" fmla="*/ 660400 w 1249680"/>
              <a:gd name="connsiteY10" fmla="*/ 904240 h 914400"/>
              <a:gd name="connsiteX11" fmla="*/ 619760 w 1249680"/>
              <a:gd name="connsiteY11" fmla="*/ 731520 h 914400"/>
              <a:gd name="connsiteX12" fmla="*/ 375920 w 1249680"/>
              <a:gd name="connsiteY12" fmla="*/ 843280 h 914400"/>
              <a:gd name="connsiteX13" fmla="*/ 162560 w 1249680"/>
              <a:gd name="connsiteY13" fmla="*/ 914400 h 914400"/>
              <a:gd name="connsiteX14" fmla="*/ 0 w 1249680"/>
              <a:gd name="connsiteY14" fmla="*/ 833120 h 914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49680" h="914400">
                <a:moveTo>
                  <a:pt x="0" y="833120"/>
                </a:moveTo>
                <a:lnTo>
                  <a:pt x="436880" y="670560"/>
                </a:lnTo>
                <a:lnTo>
                  <a:pt x="741680" y="447040"/>
                </a:lnTo>
                <a:lnTo>
                  <a:pt x="975360" y="182880"/>
                </a:lnTo>
                <a:lnTo>
                  <a:pt x="1076960" y="0"/>
                </a:lnTo>
                <a:lnTo>
                  <a:pt x="1249680" y="121920"/>
                </a:lnTo>
                <a:lnTo>
                  <a:pt x="1026160" y="355600"/>
                </a:lnTo>
                <a:lnTo>
                  <a:pt x="883920" y="599440"/>
                </a:lnTo>
                <a:lnTo>
                  <a:pt x="1005840" y="802640"/>
                </a:lnTo>
                <a:lnTo>
                  <a:pt x="934720" y="904240"/>
                </a:lnTo>
                <a:lnTo>
                  <a:pt x="660400" y="904240"/>
                </a:lnTo>
                <a:lnTo>
                  <a:pt x="619760" y="731520"/>
                </a:lnTo>
                <a:lnTo>
                  <a:pt x="375920" y="843280"/>
                </a:lnTo>
                <a:lnTo>
                  <a:pt x="162560" y="914400"/>
                </a:lnTo>
                <a:lnTo>
                  <a:pt x="0" y="833120"/>
                </a:lnTo>
                <a:close/>
              </a:path>
            </a:pathLst>
          </a:custGeom>
          <a:solidFill>
            <a:srgbClr val="9A471C">
              <a:alpha val="30000"/>
            </a:srgb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32" name="Freeform 10">
            <a:extLst>
              <a:ext uri="{FF2B5EF4-FFF2-40B4-BE49-F238E27FC236}">
                <a16:creationId xmlns:a16="http://schemas.microsoft.com/office/drawing/2014/main" id="{2AE02859-8EA5-48D8-9708-8940193CBB62}"/>
              </a:ext>
            </a:extLst>
          </p:cNvPr>
          <p:cNvSpPr/>
          <p:nvPr/>
        </p:nvSpPr>
        <p:spPr>
          <a:xfrm>
            <a:off x="1993624" y="2306534"/>
            <a:ext cx="2069253" cy="2296160"/>
          </a:xfrm>
          <a:custGeom>
            <a:avLst/>
            <a:gdLst>
              <a:gd name="connsiteX0" fmla="*/ 0 w 1910080"/>
              <a:gd name="connsiteY0" fmla="*/ 2194560 h 2296160"/>
              <a:gd name="connsiteX1" fmla="*/ 314960 w 1910080"/>
              <a:gd name="connsiteY1" fmla="*/ 2052320 h 2296160"/>
              <a:gd name="connsiteX2" fmla="*/ 701040 w 1910080"/>
              <a:gd name="connsiteY2" fmla="*/ 1818640 h 2296160"/>
              <a:gd name="connsiteX3" fmla="*/ 965200 w 1910080"/>
              <a:gd name="connsiteY3" fmla="*/ 1554480 h 2296160"/>
              <a:gd name="connsiteX4" fmla="*/ 1148080 w 1910080"/>
              <a:gd name="connsiteY4" fmla="*/ 1158240 h 2296160"/>
              <a:gd name="connsiteX5" fmla="*/ 1452880 w 1910080"/>
              <a:gd name="connsiteY5" fmla="*/ 701040 h 2296160"/>
              <a:gd name="connsiteX6" fmla="*/ 1625600 w 1910080"/>
              <a:gd name="connsiteY6" fmla="*/ 193040 h 2296160"/>
              <a:gd name="connsiteX7" fmla="*/ 1747520 w 1910080"/>
              <a:gd name="connsiteY7" fmla="*/ 0 h 2296160"/>
              <a:gd name="connsiteX8" fmla="*/ 1910080 w 1910080"/>
              <a:gd name="connsiteY8" fmla="*/ 71120 h 2296160"/>
              <a:gd name="connsiteX9" fmla="*/ 1686560 w 1910080"/>
              <a:gd name="connsiteY9" fmla="*/ 447040 h 2296160"/>
              <a:gd name="connsiteX10" fmla="*/ 1310640 w 1910080"/>
              <a:gd name="connsiteY10" fmla="*/ 1300480 h 2296160"/>
              <a:gd name="connsiteX11" fmla="*/ 1158240 w 1910080"/>
              <a:gd name="connsiteY11" fmla="*/ 1483360 h 2296160"/>
              <a:gd name="connsiteX12" fmla="*/ 1351280 w 1910080"/>
              <a:gd name="connsiteY12" fmla="*/ 1564640 h 2296160"/>
              <a:gd name="connsiteX13" fmla="*/ 1402080 w 1910080"/>
              <a:gd name="connsiteY13" fmla="*/ 1808480 h 2296160"/>
              <a:gd name="connsiteX14" fmla="*/ 1188720 w 1910080"/>
              <a:gd name="connsiteY14" fmla="*/ 1818640 h 2296160"/>
              <a:gd name="connsiteX15" fmla="*/ 1076960 w 1910080"/>
              <a:gd name="connsiteY15" fmla="*/ 1656080 h 2296160"/>
              <a:gd name="connsiteX16" fmla="*/ 914400 w 1910080"/>
              <a:gd name="connsiteY16" fmla="*/ 1849120 h 2296160"/>
              <a:gd name="connsiteX17" fmla="*/ 589280 w 1910080"/>
              <a:gd name="connsiteY17" fmla="*/ 2113280 h 2296160"/>
              <a:gd name="connsiteX18" fmla="*/ 60960 w 1910080"/>
              <a:gd name="connsiteY18" fmla="*/ 2296160 h 2296160"/>
              <a:gd name="connsiteX19" fmla="*/ 0 w 1910080"/>
              <a:gd name="connsiteY19" fmla="*/ 2194560 h 229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910080" h="2296160">
                <a:moveTo>
                  <a:pt x="0" y="2194560"/>
                </a:moveTo>
                <a:lnTo>
                  <a:pt x="314960" y="2052320"/>
                </a:lnTo>
                <a:lnTo>
                  <a:pt x="701040" y="1818640"/>
                </a:lnTo>
                <a:lnTo>
                  <a:pt x="965200" y="1554480"/>
                </a:lnTo>
                <a:lnTo>
                  <a:pt x="1148080" y="1158240"/>
                </a:lnTo>
                <a:lnTo>
                  <a:pt x="1452880" y="701040"/>
                </a:lnTo>
                <a:lnTo>
                  <a:pt x="1625600" y="193040"/>
                </a:lnTo>
                <a:lnTo>
                  <a:pt x="1747520" y="0"/>
                </a:lnTo>
                <a:lnTo>
                  <a:pt x="1910080" y="71120"/>
                </a:lnTo>
                <a:lnTo>
                  <a:pt x="1686560" y="447040"/>
                </a:lnTo>
                <a:lnTo>
                  <a:pt x="1310640" y="1300480"/>
                </a:lnTo>
                <a:lnTo>
                  <a:pt x="1158240" y="1483360"/>
                </a:lnTo>
                <a:lnTo>
                  <a:pt x="1351280" y="1564640"/>
                </a:lnTo>
                <a:lnTo>
                  <a:pt x="1402080" y="1808480"/>
                </a:lnTo>
                <a:lnTo>
                  <a:pt x="1188720" y="1818640"/>
                </a:lnTo>
                <a:lnTo>
                  <a:pt x="1076960" y="1656080"/>
                </a:lnTo>
                <a:lnTo>
                  <a:pt x="914400" y="1849120"/>
                </a:lnTo>
                <a:lnTo>
                  <a:pt x="589280" y="2113280"/>
                </a:lnTo>
                <a:lnTo>
                  <a:pt x="60960" y="2296160"/>
                </a:lnTo>
                <a:lnTo>
                  <a:pt x="0" y="2194560"/>
                </a:lnTo>
                <a:close/>
              </a:path>
            </a:pathLst>
          </a:custGeom>
          <a:solidFill>
            <a:srgbClr val="0E8914">
              <a:alpha val="30000"/>
            </a:srgb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sp>
        <p:nvSpPr>
          <p:cNvPr id="33" name="Freeform 11">
            <a:extLst>
              <a:ext uri="{FF2B5EF4-FFF2-40B4-BE49-F238E27FC236}">
                <a16:creationId xmlns:a16="http://schemas.microsoft.com/office/drawing/2014/main" id="{D8272A70-43BA-475F-AE85-604AF49313CC}"/>
              </a:ext>
            </a:extLst>
          </p:cNvPr>
          <p:cNvSpPr/>
          <p:nvPr/>
        </p:nvSpPr>
        <p:spPr>
          <a:xfrm>
            <a:off x="507724" y="1971254"/>
            <a:ext cx="1606973" cy="3505200"/>
          </a:xfrm>
          <a:custGeom>
            <a:avLst/>
            <a:gdLst>
              <a:gd name="connsiteX0" fmla="*/ 40640 w 1483360"/>
              <a:gd name="connsiteY0" fmla="*/ 0 h 3505200"/>
              <a:gd name="connsiteX1" fmla="*/ 40640 w 1483360"/>
              <a:gd name="connsiteY1" fmla="*/ 0 h 3505200"/>
              <a:gd name="connsiteX2" fmla="*/ 1483360 w 1483360"/>
              <a:gd name="connsiteY2" fmla="*/ 20320 h 3505200"/>
              <a:gd name="connsiteX3" fmla="*/ 1320800 w 1483360"/>
              <a:gd name="connsiteY3" fmla="*/ 1717040 h 3505200"/>
              <a:gd name="connsiteX4" fmla="*/ 1229360 w 1483360"/>
              <a:gd name="connsiteY4" fmla="*/ 2489200 h 3505200"/>
              <a:gd name="connsiteX5" fmla="*/ 1016000 w 1483360"/>
              <a:gd name="connsiteY5" fmla="*/ 2824480 h 3505200"/>
              <a:gd name="connsiteX6" fmla="*/ 812800 w 1483360"/>
              <a:gd name="connsiteY6" fmla="*/ 3088640 h 3505200"/>
              <a:gd name="connsiteX7" fmla="*/ 274320 w 1483360"/>
              <a:gd name="connsiteY7" fmla="*/ 3423920 h 3505200"/>
              <a:gd name="connsiteX8" fmla="*/ 0 w 1483360"/>
              <a:gd name="connsiteY8" fmla="*/ 3505200 h 3505200"/>
              <a:gd name="connsiteX9" fmla="*/ 10160 w 1483360"/>
              <a:gd name="connsiteY9" fmla="*/ 3322320 h 3505200"/>
              <a:gd name="connsiteX10" fmla="*/ 40640 w 1483360"/>
              <a:gd name="connsiteY10" fmla="*/ 0 h 3505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3360" h="3505200">
                <a:moveTo>
                  <a:pt x="40640" y="0"/>
                </a:moveTo>
                <a:lnTo>
                  <a:pt x="40640" y="0"/>
                </a:lnTo>
                <a:lnTo>
                  <a:pt x="1483360" y="20320"/>
                </a:lnTo>
                <a:lnTo>
                  <a:pt x="1320800" y="1717040"/>
                </a:lnTo>
                <a:lnTo>
                  <a:pt x="1229360" y="2489200"/>
                </a:lnTo>
                <a:lnTo>
                  <a:pt x="1016000" y="2824480"/>
                </a:lnTo>
                <a:lnTo>
                  <a:pt x="812800" y="3088640"/>
                </a:lnTo>
                <a:lnTo>
                  <a:pt x="274320" y="3423920"/>
                </a:lnTo>
                <a:lnTo>
                  <a:pt x="0" y="3505200"/>
                </a:lnTo>
                <a:lnTo>
                  <a:pt x="10160" y="3322320"/>
                </a:lnTo>
                <a:cubicBezTo>
                  <a:pt x="13547" y="2211493"/>
                  <a:pt x="16933" y="1100667"/>
                  <a:pt x="40640" y="0"/>
                </a:cubicBezTo>
                <a:close/>
              </a:path>
            </a:pathLst>
          </a:custGeom>
          <a:solidFill>
            <a:schemeClr val="accent1">
              <a:lumMod val="20000"/>
              <a:lumOff val="80000"/>
              <a:alpha val="30000"/>
            </a:schemeClr>
          </a:solidFill>
          <a:ln w="2222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a:p>
        </p:txBody>
      </p:sp>
      <p:grpSp>
        <p:nvGrpSpPr>
          <p:cNvPr id="34" name="Group 33">
            <a:extLst>
              <a:ext uri="{FF2B5EF4-FFF2-40B4-BE49-F238E27FC236}">
                <a16:creationId xmlns:a16="http://schemas.microsoft.com/office/drawing/2014/main" id="{4B6F6569-A22D-4DFA-9151-4551018391B1}"/>
              </a:ext>
            </a:extLst>
          </p:cNvPr>
          <p:cNvGrpSpPr>
            <a:grpSpLocks noChangeAspect="1"/>
          </p:cNvGrpSpPr>
          <p:nvPr/>
        </p:nvGrpSpPr>
        <p:grpSpPr>
          <a:xfrm>
            <a:off x="5228944" y="1495054"/>
            <a:ext cx="3786734" cy="3517676"/>
            <a:chOff x="4349071" y="1423430"/>
            <a:chExt cx="5048978" cy="4690235"/>
          </a:xfrm>
        </p:grpSpPr>
        <p:pic>
          <p:nvPicPr>
            <p:cNvPr id="35" name="Picture 34">
              <a:extLst>
                <a:ext uri="{FF2B5EF4-FFF2-40B4-BE49-F238E27FC236}">
                  <a16:creationId xmlns:a16="http://schemas.microsoft.com/office/drawing/2014/main" id="{2AA5BAE0-E65A-4BC9-A5DF-5E449CD72EC0}"/>
                </a:ext>
              </a:extLst>
            </p:cNvPr>
            <p:cNvPicPr>
              <a:picLocks noChangeAspect="1"/>
            </p:cNvPicPr>
            <p:nvPr/>
          </p:nvPicPr>
          <p:blipFill>
            <a:blip r:embed="rId5"/>
            <a:stretch>
              <a:fillRect/>
            </a:stretch>
          </p:blipFill>
          <p:spPr>
            <a:xfrm>
              <a:off x="4349071" y="1423430"/>
              <a:ext cx="5048978" cy="4690235"/>
            </a:xfrm>
            <a:prstGeom prst="rect">
              <a:avLst/>
            </a:prstGeom>
          </p:spPr>
        </p:pic>
        <p:sp>
          <p:nvSpPr>
            <p:cNvPr id="36" name="Freeform 22">
              <a:extLst>
                <a:ext uri="{FF2B5EF4-FFF2-40B4-BE49-F238E27FC236}">
                  <a16:creationId xmlns:a16="http://schemas.microsoft.com/office/drawing/2014/main" id="{6EAB814E-9E20-4D52-8D70-D7C27B36C7AA}"/>
                </a:ext>
              </a:extLst>
            </p:cNvPr>
            <p:cNvSpPr/>
            <p:nvPr/>
          </p:nvSpPr>
          <p:spPr>
            <a:xfrm>
              <a:off x="6019312" y="3892059"/>
              <a:ext cx="1003300" cy="406400"/>
            </a:xfrm>
            <a:custGeom>
              <a:avLst/>
              <a:gdLst>
                <a:gd name="connsiteX0" fmla="*/ 790575 w 1003300"/>
                <a:gd name="connsiteY0" fmla="*/ 73025 h 406400"/>
                <a:gd name="connsiteX1" fmla="*/ 1003300 w 1003300"/>
                <a:gd name="connsiteY1" fmla="*/ 381000 h 406400"/>
                <a:gd name="connsiteX2" fmla="*/ 0 w 1003300"/>
                <a:gd name="connsiteY2" fmla="*/ 406400 h 406400"/>
                <a:gd name="connsiteX3" fmla="*/ 276225 w 1003300"/>
                <a:gd name="connsiteY3" fmla="*/ 47625 h 406400"/>
                <a:gd name="connsiteX4" fmla="*/ 549275 w 1003300"/>
                <a:gd name="connsiteY4" fmla="*/ 0 h 406400"/>
                <a:gd name="connsiteX5" fmla="*/ 790575 w 1003300"/>
                <a:gd name="connsiteY5" fmla="*/ 73025 h 40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3300" h="406400">
                  <a:moveTo>
                    <a:pt x="790575" y="73025"/>
                  </a:moveTo>
                  <a:lnTo>
                    <a:pt x="1003300" y="381000"/>
                  </a:lnTo>
                  <a:lnTo>
                    <a:pt x="0" y="406400"/>
                  </a:lnTo>
                  <a:lnTo>
                    <a:pt x="276225" y="47625"/>
                  </a:lnTo>
                  <a:lnTo>
                    <a:pt x="549275" y="0"/>
                  </a:lnTo>
                  <a:lnTo>
                    <a:pt x="790575" y="73025"/>
                  </a:lnTo>
                  <a:close/>
                </a:path>
              </a:pathLst>
            </a:cu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Freeform 23">
              <a:extLst>
                <a:ext uri="{FF2B5EF4-FFF2-40B4-BE49-F238E27FC236}">
                  <a16:creationId xmlns:a16="http://schemas.microsoft.com/office/drawing/2014/main" id="{CA92DA92-0679-4704-86C3-FBCE8310E1FE}"/>
                </a:ext>
              </a:extLst>
            </p:cNvPr>
            <p:cNvSpPr/>
            <p:nvPr/>
          </p:nvSpPr>
          <p:spPr>
            <a:xfrm>
              <a:off x="5381137" y="4339734"/>
              <a:ext cx="746125" cy="574675"/>
            </a:xfrm>
            <a:custGeom>
              <a:avLst/>
              <a:gdLst>
                <a:gd name="connsiteX0" fmla="*/ 746125 w 746125"/>
                <a:gd name="connsiteY0" fmla="*/ 6350 h 574675"/>
                <a:gd name="connsiteX1" fmla="*/ 41275 w 746125"/>
                <a:gd name="connsiteY1" fmla="*/ 0 h 574675"/>
                <a:gd name="connsiteX2" fmla="*/ 0 w 746125"/>
                <a:gd name="connsiteY2" fmla="*/ 114300 h 574675"/>
                <a:gd name="connsiteX3" fmla="*/ 53975 w 746125"/>
                <a:gd name="connsiteY3" fmla="*/ 263525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50800 w 746125"/>
                <a:gd name="connsiteY4" fmla="*/ 346075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 name="connsiteX0" fmla="*/ 746125 w 746125"/>
                <a:gd name="connsiteY0" fmla="*/ 6350 h 574675"/>
                <a:gd name="connsiteX1" fmla="*/ 41275 w 746125"/>
                <a:gd name="connsiteY1" fmla="*/ 0 h 574675"/>
                <a:gd name="connsiteX2" fmla="*/ 0 w 746125"/>
                <a:gd name="connsiteY2" fmla="*/ 114300 h 574675"/>
                <a:gd name="connsiteX3" fmla="*/ 38100 w 746125"/>
                <a:gd name="connsiteY3" fmla="*/ 241300 h 574675"/>
                <a:gd name="connsiteX4" fmla="*/ 34925 w 746125"/>
                <a:gd name="connsiteY4" fmla="*/ 349250 h 574675"/>
                <a:gd name="connsiteX5" fmla="*/ 104775 w 746125"/>
                <a:gd name="connsiteY5" fmla="*/ 533400 h 574675"/>
                <a:gd name="connsiteX6" fmla="*/ 203200 w 746125"/>
                <a:gd name="connsiteY6" fmla="*/ 574675 h 574675"/>
                <a:gd name="connsiteX7" fmla="*/ 365125 w 746125"/>
                <a:gd name="connsiteY7" fmla="*/ 501650 h 574675"/>
                <a:gd name="connsiteX8" fmla="*/ 746125 w 746125"/>
                <a:gd name="connsiteY8" fmla="*/ 6350 h 574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6125" h="574675">
                  <a:moveTo>
                    <a:pt x="746125" y="6350"/>
                  </a:moveTo>
                  <a:lnTo>
                    <a:pt x="41275" y="0"/>
                  </a:lnTo>
                  <a:lnTo>
                    <a:pt x="0" y="114300"/>
                  </a:lnTo>
                  <a:lnTo>
                    <a:pt x="38100" y="241300"/>
                  </a:lnTo>
                  <a:cubicBezTo>
                    <a:pt x="37042" y="277283"/>
                    <a:pt x="35983" y="313267"/>
                    <a:pt x="34925" y="349250"/>
                  </a:cubicBezTo>
                  <a:lnTo>
                    <a:pt x="104775" y="533400"/>
                  </a:lnTo>
                  <a:lnTo>
                    <a:pt x="203200" y="574675"/>
                  </a:lnTo>
                  <a:lnTo>
                    <a:pt x="365125" y="501650"/>
                  </a:lnTo>
                  <a:lnTo>
                    <a:pt x="746125" y="6350"/>
                  </a:lnTo>
                  <a:close/>
                </a:path>
              </a:pathLst>
            </a:cu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38" name="Rectangle 37">
            <a:extLst>
              <a:ext uri="{FF2B5EF4-FFF2-40B4-BE49-F238E27FC236}">
                <a16:creationId xmlns:a16="http://schemas.microsoft.com/office/drawing/2014/main" id="{C1ED4DF3-069D-4391-ADB9-6B0D31B214D0}"/>
              </a:ext>
            </a:extLst>
          </p:cNvPr>
          <p:cNvSpPr/>
          <p:nvPr/>
        </p:nvSpPr>
        <p:spPr>
          <a:xfrm>
            <a:off x="6945154" y="2198876"/>
            <a:ext cx="2013392" cy="369332"/>
          </a:xfrm>
          <a:prstGeom prst="rect">
            <a:avLst/>
          </a:prstGeom>
        </p:spPr>
        <p:txBody>
          <a:bodyPr wrap="square">
            <a:spAutoFit/>
          </a:bodyPr>
          <a:lstStyle/>
          <a:p>
            <a:r>
              <a:rPr lang="en-US" altLang="zh-CN" b="1" dirty="0">
                <a:solidFill>
                  <a:srgbClr val="FF0000"/>
                </a:solidFill>
              </a:rPr>
              <a:t>liquid-vapor dome</a:t>
            </a:r>
            <a:endParaRPr lang="en-US" dirty="0">
              <a:solidFill>
                <a:srgbClr val="FF0000"/>
              </a:solidFill>
            </a:endParaRPr>
          </a:p>
        </p:txBody>
      </p:sp>
      <p:cxnSp>
        <p:nvCxnSpPr>
          <p:cNvPr id="39" name="Straight Arrow Connector 38">
            <a:extLst>
              <a:ext uri="{FF2B5EF4-FFF2-40B4-BE49-F238E27FC236}">
                <a16:creationId xmlns:a16="http://schemas.microsoft.com/office/drawing/2014/main" id="{03687CBC-0449-4446-9469-63C222C4062C}"/>
              </a:ext>
            </a:extLst>
          </p:cNvPr>
          <p:cNvCxnSpPr/>
          <p:nvPr/>
        </p:nvCxnSpPr>
        <p:spPr>
          <a:xfrm flipH="1">
            <a:off x="7040968" y="2521880"/>
            <a:ext cx="887767" cy="81674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91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2286"/>
            <a:ext cx="9144000" cy="5429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300" dirty="0"/>
              <a:t>Pressure Cooker</a:t>
            </a:r>
          </a:p>
        </p:txBody>
      </p:sp>
      <p:cxnSp>
        <p:nvCxnSpPr>
          <p:cNvPr id="14" name="Straight Connector 13"/>
          <p:cNvCxnSpPr/>
          <p:nvPr/>
        </p:nvCxnSpPr>
        <p:spPr>
          <a:xfrm flipV="1">
            <a:off x="0" y="6559872"/>
            <a:ext cx="9144000" cy="7144"/>
          </a:xfrm>
          <a:prstGeom prst="line">
            <a:avLst/>
          </a:prstGeom>
          <a:ln w="9525">
            <a:solidFill>
              <a:srgbClr val="F57E2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45056" y="6612135"/>
            <a:ext cx="2453888" cy="208581"/>
          </a:xfrm>
          <a:prstGeom prst="rect">
            <a:avLst/>
          </a:prstGeom>
        </p:spPr>
      </p:pic>
      <p:pic>
        <p:nvPicPr>
          <p:cNvPr id="7" name="Picture 2" descr="C:\Users\cflee\Pictures\0012279_6-quart-qt-aluminum-pressure-cooker-fast-cooker-pot-kitchen.jpeg">
            <a:extLst>
              <a:ext uri="{FF2B5EF4-FFF2-40B4-BE49-F238E27FC236}">
                <a16:creationId xmlns:a16="http://schemas.microsoft.com/office/drawing/2014/main" id="{7F1C5F9B-EA06-4FA3-818A-47086B82455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8665" y="983198"/>
            <a:ext cx="4762500" cy="47625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F23DF53-7091-4EC1-9DB3-4CCE5A97443D}"/>
              </a:ext>
            </a:extLst>
          </p:cNvPr>
          <p:cNvPicPr>
            <a:picLocks noChangeAspect="1"/>
          </p:cNvPicPr>
          <p:nvPr/>
        </p:nvPicPr>
        <p:blipFill>
          <a:blip r:embed="rId5"/>
          <a:stretch>
            <a:fillRect/>
          </a:stretch>
        </p:blipFill>
        <p:spPr>
          <a:xfrm>
            <a:off x="142015" y="611723"/>
            <a:ext cx="2876550" cy="2752725"/>
          </a:xfrm>
          <a:prstGeom prst="rect">
            <a:avLst/>
          </a:prstGeom>
        </p:spPr>
      </p:pic>
      <p:pic>
        <p:nvPicPr>
          <p:cNvPr id="9" name="Picture 2">
            <a:extLst>
              <a:ext uri="{FF2B5EF4-FFF2-40B4-BE49-F238E27FC236}">
                <a16:creationId xmlns:a16="http://schemas.microsoft.com/office/drawing/2014/main" id="{C4DABAD5-812A-459E-A8AA-D5A9FA9F54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015" y="3487690"/>
            <a:ext cx="4200525" cy="29489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Rectangle 9">
            <a:extLst>
              <a:ext uri="{FF2B5EF4-FFF2-40B4-BE49-F238E27FC236}">
                <a16:creationId xmlns:a16="http://schemas.microsoft.com/office/drawing/2014/main" id="{46F561A0-FB4A-4AA5-8F52-D70FA1EEA240}"/>
              </a:ext>
            </a:extLst>
          </p:cNvPr>
          <p:cNvSpPr/>
          <p:nvPr/>
        </p:nvSpPr>
        <p:spPr>
          <a:xfrm>
            <a:off x="5248570" y="5783453"/>
            <a:ext cx="3753415" cy="369332"/>
          </a:xfrm>
          <a:prstGeom prst="rect">
            <a:avLst/>
          </a:prstGeom>
        </p:spPr>
        <p:txBody>
          <a:bodyPr wrap="square">
            <a:spAutoFit/>
          </a:bodyPr>
          <a:lstStyle/>
          <a:p>
            <a:r>
              <a:rPr lang="en-US" altLang="zh-CN" b="1" dirty="0">
                <a:solidFill>
                  <a:srgbClr val="FF0000"/>
                </a:solidFill>
              </a:rPr>
              <a:t>What controls the cooking pressure?</a:t>
            </a:r>
            <a:endParaRPr lang="en-US" dirty="0">
              <a:solidFill>
                <a:srgbClr val="FF0000"/>
              </a:solidFill>
            </a:endParaRPr>
          </a:p>
        </p:txBody>
      </p:sp>
      <p:sp>
        <p:nvSpPr>
          <p:cNvPr id="11" name="Oval 10">
            <a:extLst>
              <a:ext uri="{FF2B5EF4-FFF2-40B4-BE49-F238E27FC236}">
                <a16:creationId xmlns:a16="http://schemas.microsoft.com/office/drawing/2014/main" id="{09BD4341-6095-4171-9D93-1EC43905E2A9}"/>
              </a:ext>
            </a:extLst>
          </p:cNvPr>
          <p:cNvSpPr/>
          <p:nvPr/>
        </p:nvSpPr>
        <p:spPr>
          <a:xfrm>
            <a:off x="6346586" y="1112302"/>
            <a:ext cx="1082914" cy="154403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2344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7302</TotalTime>
  <Words>556</Words>
  <Application>Microsoft Office PowerPoint</Application>
  <PresentationFormat>全屏显示(4:3)</PresentationFormat>
  <Paragraphs>112</Paragraphs>
  <Slides>15</Slides>
  <Notes>15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15</vt:i4>
      </vt:variant>
    </vt:vector>
  </HeadingPairs>
  <TitlesOfParts>
    <vt:vector size="21" baseType="lpstr">
      <vt:lpstr>Arial</vt:lpstr>
      <vt:lpstr>Calibri</vt:lpstr>
      <vt:lpstr>Calibri Light</vt:lpstr>
      <vt:lpstr>Cambria Math</vt:lpstr>
      <vt:lpstr>Times New Roman</vt:lpstr>
      <vt:lpstr>Office Theme</vt:lpstr>
      <vt:lpstr>ME 200 Thermodynamics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 400 Energy Conversion Systems</dc:title>
  <dc:creator>tim</dc:creator>
  <cp:lastModifiedBy>Liu, Yang</cp:lastModifiedBy>
  <cp:revision>522</cp:revision>
  <cp:lastPrinted>2020-12-05T11:29:22Z</cp:lastPrinted>
  <dcterms:created xsi:type="dcterms:W3CDTF">2020-09-13T00:30:36Z</dcterms:created>
  <dcterms:modified xsi:type="dcterms:W3CDTF">2026-03-03T07:06:35Z</dcterms:modified>
</cp:coreProperties>
</file>