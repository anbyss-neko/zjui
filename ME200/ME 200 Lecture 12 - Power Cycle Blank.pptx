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620" r:id="rId3"/>
    <p:sldId id="613" r:id="rId4"/>
    <p:sldId id="622" r:id="rId5"/>
    <p:sldId id="623" r:id="rId6"/>
    <p:sldId id="614" r:id="rId7"/>
    <p:sldId id="615" r:id="rId8"/>
    <p:sldId id="629" r:id="rId9"/>
    <p:sldId id="631" r:id="rId10"/>
    <p:sldId id="634" r:id="rId11"/>
    <p:sldId id="635" r:id="rId12"/>
    <p:sldId id="636" r:id="rId13"/>
    <p:sldId id="637" r:id="rId14"/>
    <p:sldId id="63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7" autoAdjust="0"/>
    <p:restoredTop sz="91769" autoAdjust="0"/>
  </p:normalViewPr>
  <p:slideViewPr>
    <p:cSldViewPr snapToGrid="0">
      <p:cViewPr varScale="1">
        <p:scale>
          <a:sx n="112" d="100"/>
          <a:sy n="112" d="100"/>
        </p:scale>
        <p:origin x="1480" y="20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i, Jiahuan" userId="74189dc3-7c4e-4658-a955-b1919aec75a3" providerId="ADAL" clId="{0E75DC5B-309B-2C47-8903-87F3743BD7CF}"/>
    <pc:docChg chg="undo custSel addSld delSld modSld">
      <pc:chgData name="Cui, Jiahuan" userId="74189dc3-7c4e-4658-a955-b1919aec75a3" providerId="ADAL" clId="{0E75DC5B-309B-2C47-8903-87F3743BD7CF}" dt="2025-03-12T15:08:51.233" v="26" actId="2696"/>
      <pc:docMkLst>
        <pc:docMk/>
      </pc:docMkLst>
      <pc:sldChg chg="modSp mod">
        <pc:chgData name="Cui, Jiahuan" userId="74189dc3-7c4e-4658-a955-b1919aec75a3" providerId="ADAL" clId="{0E75DC5B-309B-2C47-8903-87F3743BD7CF}" dt="2025-03-12T15:08:07.330" v="2" actId="20577"/>
        <pc:sldMkLst>
          <pc:docMk/>
          <pc:sldMk cId="2943049344" sldId="256"/>
        </pc:sldMkLst>
        <pc:spChg chg="mod">
          <ac:chgData name="Cui, Jiahuan" userId="74189dc3-7c4e-4658-a955-b1919aec75a3" providerId="ADAL" clId="{0E75DC5B-309B-2C47-8903-87F3743BD7CF}" dt="2025-03-12T15:08:07.330" v="2" actId="20577"/>
          <ac:spMkLst>
            <pc:docMk/>
            <pc:sldMk cId="2943049344" sldId="256"/>
            <ac:spMk id="3" creationId="{00000000-0000-0000-0000-000000000000}"/>
          </ac:spMkLst>
        </pc:spChg>
      </pc:sldChg>
      <pc:sldChg chg="del">
        <pc:chgData name="Cui, Jiahuan" userId="74189dc3-7c4e-4658-a955-b1919aec75a3" providerId="ADAL" clId="{0E75DC5B-309B-2C47-8903-87F3743BD7CF}" dt="2025-03-12T15:08:10.779" v="3" actId="2696"/>
        <pc:sldMkLst>
          <pc:docMk/>
          <pc:sldMk cId="2566521072" sldId="346"/>
        </pc:sldMkLst>
      </pc:sldChg>
      <pc:sldChg chg="del">
        <pc:chgData name="Cui, Jiahuan" userId="74189dc3-7c4e-4658-a955-b1919aec75a3" providerId="ADAL" clId="{0E75DC5B-309B-2C47-8903-87F3743BD7CF}" dt="2025-03-12T15:08:12.373" v="4" actId="2696"/>
        <pc:sldMkLst>
          <pc:docMk/>
          <pc:sldMk cId="591423092" sldId="551"/>
        </pc:sldMkLst>
      </pc:sldChg>
      <pc:sldChg chg="del">
        <pc:chgData name="Cui, Jiahuan" userId="74189dc3-7c4e-4658-a955-b1919aec75a3" providerId="ADAL" clId="{0E75DC5B-309B-2C47-8903-87F3743BD7CF}" dt="2025-03-12T15:08:13.645" v="6" actId="2696"/>
        <pc:sldMkLst>
          <pc:docMk/>
          <pc:sldMk cId="2979289097" sldId="592"/>
        </pc:sldMkLst>
      </pc:sldChg>
      <pc:sldChg chg="del">
        <pc:chgData name="Cui, Jiahuan" userId="74189dc3-7c4e-4658-a955-b1919aec75a3" providerId="ADAL" clId="{0E75DC5B-309B-2C47-8903-87F3743BD7CF}" dt="2025-03-12T15:08:12.969" v="5" actId="2696"/>
        <pc:sldMkLst>
          <pc:docMk/>
          <pc:sldMk cId="713767098" sldId="593"/>
        </pc:sldMkLst>
      </pc:sldChg>
      <pc:sldChg chg="del">
        <pc:chgData name="Cui, Jiahuan" userId="74189dc3-7c4e-4658-a955-b1919aec75a3" providerId="ADAL" clId="{0E75DC5B-309B-2C47-8903-87F3743BD7CF}" dt="2025-03-12T15:08:15.190" v="8" actId="2696"/>
        <pc:sldMkLst>
          <pc:docMk/>
          <pc:sldMk cId="415994632" sldId="595"/>
        </pc:sldMkLst>
      </pc:sldChg>
      <pc:sldChg chg="del">
        <pc:chgData name="Cui, Jiahuan" userId="74189dc3-7c4e-4658-a955-b1919aec75a3" providerId="ADAL" clId="{0E75DC5B-309B-2C47-8903-87F3743BD7CF}" dt="2025-03-12T15:08:14.536" v="7" actId="2696"/>
        <pc:sldMkLst>
          <pc:docMk/>
          <pc:sldMk cId="2785367493" sldId="600"/>
        </pc:sldMkLst>
      </pc:sldChg>
      <pc:sldChg chg="del">
        <pc:chgData name="Cui, Jiahuan" userId="74189dc3-7c4e-4658-a955-b1919aec75a3" providerId="ADAL" clId="{0E75DC5B-309B-2C47-8903-87F3743BD7CF}" dt="2025-03-12T15:08:16.590" v="9" actId="2696"/>
        <pc:sldMkLst>
          <pc:docMk/>
          <pc:sldMk cId="3549764099" sldId="601"/>
        </pc:sldMkLst>
      </pc:sldChg>
      <pc:sldChg chg="del">
        <pc:chgData name="Cui, Jiahuan" userId="74189dc3-7c4e-4658-a955-b1919aec75a3" providerId="ADAL" clId="{0E75DC5B-309B-2C47-8903-87F3743BD7CF}" dt="2025-03-12T15:08:17.592" v="10" actId="2696"/>
        <pc:sldMkLst>
          <pc:docMk/>
          <pc:sldMk cId="3776574806" sldId="602"/>
        </pc:sldMkLst>
      </pc:sldChg>
      <pc:sldChg chg="del">
        <pc:chgData name="Cui, Jiahuan" userId="74189dc3-7c4e-4658-a955-b1919aec75a3" providerId="ADAL" clId="{0E75DC5B-309B-2C47-8903-87F3743BD7CF}" dt="2025-03-12T15:08:18.267" v="11" actId="2696"/>
        <pc:sldMkLst>
          <pc:docMk/>
          <pc:sldMk cId="2102597169" sldId="607"/>
        </pc:sldMkLst>
      </pc:sldChg>
      <pc:sldChg chg="del">
        <pc:chgData name="Cui, Jiahuan" userId="74189dc3-7c4e-4658-a955-b1919aec75a3" providerId="ADAL" clId="{0E75DC5B-309B-2C47-8903-87F3743BD7CF}" dt="2025-03-12T15:08:21.058" v="15" actId="2696"/>
        <pc:sldMkLst>
          <pc:docMk/>
          <pc:sldMk cId="1983986135" sldId="611"/>
        </pc:sldMkLst>
      </pc:sldChg>
      <pc:sldChg chg="del">
        <pc:chgData name="Cui, Jiahuan" userId="74189dc3-7c4e-4658-a955-b1919aec75a3" providerId="ADAL" clId="{0E75DC5B-309B-2C47-8903-87F3743BD7CF}" dt="2025-03-12T15:08:22.705" v="17" actId="2696"/>
        <pc:sldMkLst>
          <pc:docMk/>
          <pc:sldMk cId="3957414991" sldId="612"/>
        </pc:sldMkLst>
      </pc:sldChg>
      <pc:sldChg chg="del">
        <pc:chgData name="Cui, Jiahuan" userId="74189dc3-7c4e-4658-a955-b1919aec75a3" providerId="ADAL" clId="{0E75DC5B-309B-2C47-8903-87F3743BD7CF}" dt="2025-03-12T15:08:20.480" v="14" actId="2696"/>
        <pc:sldMkLst>
          <pc:docMk/>
          <pc:sldMk cId="3568237732" sldId="617"/>
        </pc:sldMkLst>
      </pc:sldChg>
      <pc:sldChg chg="del">
        <pc:chgData name="Cui, Jiahuan" userId="74189dc3-7c4e-4658-a955-b1919aec75a3" providerId="ADAL" clId="{0E75DC5B-309B-2C47-8903-87F3743BD7CF}" dt="2025-03-12T15:08:21.666" v="16" actId="2696"/>
        <pc:sldMkLst>
          <pc:docMk/>
          <pc:sldMk cId="3241300366" sldId="618"/>
        </pc:sldMkLst>
      </pc:sldChg>
      <pc:sldChg chg="del">
        <pc:chgData name="Cui, Jiahuan" userId="74189dc3-7c4e-4658-a955-b1919aec75a3" providerId="ADAL" clId="{0E75DC5B-309B-2C47-8903-87F3743BD7CF}" dt="2025-03-12T15:08:23.337" v="18" actId="2696"/>
        <pc:sldMkLst>
          <pc:docMk/>
          <pc:sldMk cId="2371157266" sldId="619"/>
        </pc:sldMkLst>
      </pc:sldChg>
      <pc:sldChg chg="add del">
        <pc:chgData name="Cui, Jiahuan" userId="74189dc3-7c4e-4658-a955-b1919aec75a3" providerId="ADAL" clId="{0E75DC5B-309B-2C47-8903-87F3743BD7CF}" dt="2025-03-12T15:08:33.613" v="22" actId="2696"/>
        <pc:sldMkLst>
          <pc:docMk/>
          <pc:sldMk cId="394369284" sldId="620"/>
        </pc:sldMkLst>
      </pc:sldChg>
      <pc:sldChg chg="add del">
        <pc:chgData name="Cui, Jiahuan" userId="74189dc3-7c4e-4658-a955-b1919aec75a3" providerId="ADAL" clId="{0E75DC5B-309B-2C47-8903-87F3743BD7CF}" dt="2025-03-12T15:08:46.044" v="25" actId="2696"/>
        <pc:sldMkLst>
          <pc:docMk/>
          <pc:sldMk cId="3539821665" sldId="621"/>
        </pc:sldMkLst>
      </pc:sldChg>
      <pc:sldChg chg="del">
        <pc:chgData name="Cui, Jiahuan" userId="74189dc3-7c4e-4658-a955-b1919aec75a3" providerId="ADAL" clId="{0E75DC5B-309B-2C47-8903-87F3743BD7CF}" dt="2025-03-12T15:08:19.159" v="12" actId="2696"/>
        <pc:sldMkLst>
          <pc:docMk/>
          <pc:sldMk cId="2139835207" sldId="624"/>
        </pc:sldMkLst>
      </pc:sldChg>
      <pc:sldChg chg="del">
        <pc:chgData name="Cui, Jiahuan" userId="74189dc3-7c4e-4658-a955-b1919aec75a3" providerId="ADAL" clId="{0E75DC5B-309B-2C47-8903-87F3743BD7CF}" dt="2025-03-12T15:08:19.961" v="13" actId="2696"/>
        <pc:sldMkLst>
          <pc:docMk/>
          <pc:sldMk cId="943771171" sldId="625"/>
        </pc:sldMkLst>
      </pc:sldChg>
      <pc:sldChg chg="add del">
        <pc:chgData name="Cui, Jiahuan" userId="74189dc3-7c4e-4658-a955-b1919aec75a3" providerId="ADAL" clId="{0E75DC5B-309B-2C47-8903-87F3743BD7CF}" dt="2025-03-12T15:08:51.233" v="26" actId="2696"/>
        <pc:sldMkLst>
          <pc:docMk/>
          <pc:sldMk cId="3816732233" sldId="626"/>
        </pc:sldMkLst>
      </pc:sldChg>
    </pc:docChg>
  </pc:docChgLst>
  <pc:docChgLst>
    <pc:chgData name="Cui, Jiahuan" userId="74189dc3-7c4e-4658-a955-b1919aec75a3" providerId="ADAL" clId="{8F9DCE47-3312-C54F-A564-68524BACC0CE}"/>
    <pc:docChg chg="custSel delSld modSld">
      <pc:chgData name="Cui, Jiahuan" userId="74189dc3-7c4e-4658-a955-b1919aec75a3" providerId="ADAL" clId="{8F9DCE47-3312-C54F-A564-68524BACC0CE}" dt="2025-03-12T15:17:22.202" v="8" actId="478"/>
      <pc:docMkLst>
        <pc:docMk/>
      </pc:docMkLst>
      <pc:sldChg chg="delSp mod delAnim">
        <pc:chgData name="Cui, Jiahuan" userId="74189dc3-7c4e-4658-a955-b1919aec75a3" providerId="ADAL" clId="{8F9DCE47-3312-C54F-A564-68524BACC0CE}" dt="2025-03-12T15:16:04.707" v="0" actId="478"/>
        <pc:sldMkLst>
          <pc:docMk/>
          <pc:sldMk cId="3343977644" sldId="613"/>
        </pc:sldMkLst>
        <pc:spChg chg="del">
          <ac:chgData name="Cui, Jiahuan" userId="74189dc3-7c4e-4658-a955-b1919aec75a3" providerId="ADAL" clId="{8F9DCE47-3312-C54F-A564-68524BACC0CE}" dt="2025-03-12T15:16:04.707" v="0" actId="478"/>
          <ac:spMkLst>
            <pc:docMk/>
            <pc:sldMk cId="3343977644" sldId="613"/>
            <ac:spMk id="2" creationId="{C0C6E19F-98A6-42E3-A928-D03C984449A2}"/>
          </ac:spMkLst>
        </pc:spChg>
        <pc:spChg chg="del">
          <ac:chgData name="Cui, Jiahuan" userId="74189dc3-7c4e-4658-a955-b1919aec75a3" providerId="ADAL" clId="{8F9DCE47-3312-C54F-A564-68524BACC0CE}" dt="2025-03-12T15:16:04.707" v="0" actId="478"/>
          <ac:spMkLst>
            <pc:docMk/>
            <pc:sldMk cId="3343977644" sldId="613"/>
            <ac:spMk id="6" creationId="{8FC0C689-0521-4915-A6BF-F33434999014}"/>
          </ac:spMkLst>
        </pc:spChg>
        <pc:spChg chg="del">
          <ac:chgData name="Cui, Jiahuan" userId="74189dc3-7c4e-4658-a955-b1919aec75a3" providerId="ADAL" clId="{8F9DCE47-3312-C54F-A564-68524BACC0CE}" dt="2025-03-12T15:16:04.707" v="0" actId="478"/>
          <ac:spMkLst>
            <pc:docMk/>
            <pc:sldMk cId="3343977644" sldId="613"/>
            <ac:spMk id="8" creationId="{AEB9BD68-C03F-416F-ABB9-05FBA5A53996}"/>
          </ac:spMkLst>
        </pc:spChg>
      </pc:sldChg>
      <pc:sldChg chg="del">
        <pc:chgData name="Cui, Jiahuan" userId="74189dc3-7c4e-4658-a955-b1919aec75a3" providerId="ADAL" clId="{8F9DCE47-3312-C54F-A564-68524BACC0CE}" dt="2025-03-12T15:16:12.361" v="1" actId="2696"/>
        <pc:sldMkLst>
          <pc:docMk/>
          <pc:sldMk cId="1240670203" sldId="627"/>
        </pc:sldMkLst>
      </pc:sldChg>
      <pc:sldChg chg="del">
        <pc:chgData name="Cui, Jiahuan" userId="74189dc3-7c4e-4658-a955-b1919aec75a3" providerId="ADAL" clId="{8F9DCE47-3312-C54F-A564-68524BACC0CE}" dt="2025-03-12T15:16:17.550" v="2" actId="2696"/>
        <pc:sldMkLst>
          <pc:docMk/>
          <pc:sldMk cId="151028836" sldId="628"/>
        </pc:sldMkLst>
      </pc:sldChg>
      <pc:sldChg chg="delSp mod delAnim">
        <pc:chgData name="Cui, Jiahuan" userId="74189dc3-7c4e-4658-a955-b1919aec75a3" providerId="ADAL" clId="{8F9DCE47-3312-C54F-A564-68524BACC0CE}" dt="2025-03-12T15:17:22.202" v="8" actId="478"/>
        <pc:sldMkLst>
          <pc:docMk/>
          <pc:sldMk cId="4175790578" sldId="630"/>
        </pc:sldMkLst>
        <pc:spChg chg="del">
          <ac:chgData name="Cui, Jiahuan" userId="74189dc3-7c4e-4658-a955-b1919aec75a3" providerId="ADAL" clId="{8F9DCE47-3312-C54F-A564-68524BACC0CE}" dt="2025-03-12T15:17:19.729" v="7" actId="478"/>
          <ac:spMkLst>
            <pc:docMk/>
            <pc:sldMk cId="4175790578" sldId="630"/>
            <ac:spMk id="4" creationId="{85093756-DE4F-4EC7-96ED-672DD3D0951F}"/>
          </ac:spMkLst>
        </pc:spChg>
        <pc:spChg chg="del">
          <ac:chgData name="Cui, Jiahuan" userId="74189dc3-7c4e-4658-a955-b1919aec75a3" providerId="ADAL" clId="{8F9DCE47-3312-C54F-A564-68524BACC0CE}" dt="2025-03-12T15:17:22.202" v="8" actId="478"/>
          <ac:spMkLst>
            <pc:docMk/>
            <pc:sldMk cId="4175790578" sldId="630"/>
            <ac:spMk id="9" creationId="{6686130A-C204-4846-AD01-50FA952D81A9}"/>
          </ac:spMkLst>
        </pc:spChg>
        <pc:spChg chg="del">
          <ac:chgData name="Cui, Jiahuan" userId="74189dc3-7c4e-4658-a955-b1919aec75a3" providerId="ADAL" clId="{8F9DCE47-3312-C54F-A564-68524BACC0CE}" dt="2025-03-12T15:17:22.202" v="8" actId="478"/>
          <ac:spMkLst>
            <pc:docMk/>
            <pc:sldMk cId="4175790578" sldId="630"/>
            <ac:spMk id="12" creationId="{765A9520-2901-4473-8E33-2542CFB518C9}"/>
          </ac:spMkLst>
        </pc:spChg>
      </pc:sldChg>
      <pc:sldChg chg="del">
        <pc:chgData name="Cui, Jiahuan" userId="74189dc3-7c4e-4658-a955-b1919aec75a3" providerId="ADAL" clId="{8F9DCE47-3312-C54F-A564-68524BACC0CE}" dt="2025-03-12T15:16:31.325" v="3" actId="2696"/>
        <pc:sldMkLst>
          <pc:docMk/>
          <pc:sldMk cId="3958510331" sldId="632"/>
        </pc:sldMkLst>
      </pc:sldChg>
      <pc:sldChg chg="del">
        <pc:chgData name="Cui, Jiahuan" userId="74189dc3-7c4e-4658-a955-b1919aec75a3" providerId="ADAL" clId="{8F9DCE47-3312-C54F-A564-68524BACC0CE}" dt="2025-03-12T15:16:34.668" v="4" actId="2696"/>
        <pc:sldMkLst>
          <pc:docMk/>
          <pc:sldMk cId="3273888284" sldId="633"/>
        </pc:sldMkLst>
      </pc:sldChg>
      <pc:sldChg chg="delSp mod delAnim">
        <pc:chgData name="Cui, Jiahuan" userId="74189dc3-7c4e-4658-a955-b1919aec75a3" providerId="ADAL" clId="{8F9DCE47-3312-C54F-A564-68524BACC0CE}" dt="2025-03-12T15:16:57.884" v="5" actId="478"/>
        <pc:sldMkLst>
          <pc:docMk/>
          <pc:sldMk cId="2019663238" sldId="635"/>
        </pc:sldMkLst>
        <pc:spChg chg="del">
          <ac:chgData name="Cui, Jiahuan" userId="74189dc3-7c4e-4658-a955-b1919aec75a3" providerId="ADAL" clId="{8F9DCE47-3312-C54F-A564-68524BACC0CE}" dt="2025-03-12T15:16:57.884" v="5" actId="478"/>
          <ac:spMkLst>
            <pc:docMk/>
            <pc:sldMk cId="2019663238" sldId="635"/>
            <ac:spMk id="19" creationId="{F33D14E1-52C5-4EAC-A959-682EDBE0CCBA}"/>
          </ac:spMkLst>
        </pc:spChg>
        <pc:spChg chg="del">
          <ac:chgData name="Cui, Jiahuan" userId="74189dc3-7c4e-4658-a955-b1919aec75a3" providerId="ADAL" clId="{8F9DCE47-3312-C54F-A564-68524BACC0CE}" dt="2025-03-12T15:16:57.884" v="5" actId="478"/>
          <ac:spMkLst>
            <pc:docMk/>
            <pc:sldMk cId="2019663238" sldId="635"/>
            <ac:spMk id="20" creationId="{84CACFB7-4D1B-45EE-9E9C-468E3014D463}"/>
          </ac:spMkLst>
        </pc:spChg>
      </pc:sldChg>
      <pc:sldChg chg="delSp mod delAnim">
        <pc:chgData name="Cui, Jiahuan" userId="74189dc3-7c4e-4658-a955-b1919aec75a3" providerId="ADAL" clId="{8F9DCE47-3312-C54F-A564-68524BACC0CE}" dt="2025-03-12T15:17:06.712" v="6" actId="478"/>
        <pc:sldMkLst>
          <pc:docMk/>
          <pc:sldMk cId="3836622666" sldId="636"/>
        </pc:sldMkLst>
        <pc:spChg chg="del">
          <ac:chgData name="Cui, Jiahuan" userId="74189dc3-7c4e-4658-a955-b1919aec75a3" providerId="ADAL" clId="{8F9DCE47-3312-C54F-A564-68524BACC0CE}" dt="2025-03-12T15:17:06.712" v="6" actId="478"/>
          <ac:spMkLst>
            <pc:docMk/>
            <pc:sldMk cId="3836622666" sldId="636"/>
            <ac:spMk id="2" creationId="{2F1D4E97-128B-4CF3-8A12-32533ABFB755}"/>
          </ac:spMkLst>
        </pc:spChg>
        <pc:spChg chg="del">
          <ac:chgData name="Cui, Jiahuan" userId="74189dc3-7c4e-4658-a955-b1919aec75a3" providerId="ADAL" clId="{8F9DCE47-3312-C54F-A564-68524BACC0CE}" dt="2025-03-12T15:17:06.712" v="6" actId="478"/>
          <ac:spMkLst>
            <pc:docMk/>
            <pc:sldMk cId="3836622666" sldId="636"/>
            <ac:spMk id="4" creationId="{87985184-638E-43D5-84EF-A70BCB8B0237}"/>
          </ac:spMkLst>
        </pc:spChg>
        <pc:spChg chg="del">
          <ac:chgData name="Cui, Jiahuan" userId="74189dc3-7c4e-4658-a955-b1919aec75a3" providerId="ADAL" clId="{8F9DCE47-3312-C54F-A564-68524BACC0CE}" dt="2025-03-12T15:17:06.712" v="6" actId="478"/>
          <ac:spMkLst>
            <pc:docMk/>
            <pc:sldMk cId="3836622666" sldId="636"/>
            <ac:spMk id="28" creationId="{175331F4-0F59-4E00-A123-7668602C3E62}"/>
          </ac:spMkLst>
        </pc:spChg>
        <pc:spChg chg="del">
          <ac:chgData name="Cui, Jiahuan" userId="74189dc3-7c4e-4658-a955-b1919aec75a3" providerId="ADAL" clId="{8F9DCE47-3312-C54F-A564-68524BACC0CE}" dt="2025-03-12T15:17:06.712" v="6" actId="478"/>
          <ac:spMkLst>
            <pc:docMk/>
            <pc:sldMk cId="3836622666" sldId="636"/>
            <ac:spMk id="29" creationId="{A65B318A-3531-4A05-813F-B1F0448703E4}"/>
          </ac:spMkLst>
        </pc:spChg>
        <pc:cxnChg chg="del">
          <ac:chgData name="Cui, Jiahuan" userId="74189dc3-7c4e-4658-a955-b1919aec75a3" providerId="ADAL" clId="{8F9DCE47-3312-C54F-A564-68524BACC0CE}" dt="2025-03-12T15:17:06.712" v="6" actId="478"/>
          <ac:cxnSpMkLst>
            <pc:docMk/>
            <pc:sldMk cId="3836622666" sldId="636"/>
            <ac:cxnSpMk id="23" creationId="{8AA2BC86-47B6-4EE2-B335-E209B19A1956}"/>
          </ac:cxnSpMkLst>
        </pc:cxnChg>
        <pc:cxnChg chg="del">
          <ac:chgData name="Cui, Jiahuan" userId="74189dc3-7c4e-4658-a955-b1919aec75a3" providerId="ADAL" clId="{8F9DCE47-3312-C54F-A564-68524BACC0CE}" dt="2025-03-12T15:17:06.712" v="6" actId="478"/>
          <ac:cxnSpMkLst>
            <pc:docMk/>
            <pc:sldMk cId="3836622666" sldId="636"/>
            <ac:cxnSpMk id="24" creationId="{192C8609-0E8F-4432-8B44-9E9CC7B6BB85}"/>
          </ac:cxnSpMkLst>
        </pc:cxnChg>
        <pc:cxnChg chg="del">
          <ac:chgData name="Cui, Jiahuan" userId="74189dc3-7c4e-4658-a955-b1919aec75a3" providerId="ADAL" clId="{8F9DCE47-3312-C54F-A564-68524BACC0CE}" dt="2025-03-12T15:17:06.712" v="6" actId="478"/>
          <ac:cxnSpMkLst>
            <pc:docMk/>
            <pc:sldMk cId="3836622666" sldId="636"/>
            <ac:cxnSpMk id="25" creationId="{A30638C8-ECE3-4151-880D-EF2C262F3798}"/>
          </ac:cxnSpMkLst>
        </pc:cxnChg>
        <pc:cxnChg chg="del">
          <ac:chgData name="Cui, Jiahuan" userId="74189dc3-7c4e-4658-a955-b1919aec75a3" providerId="ADAL" clId="{8F9DCE47-3312-C54F-A564-68524BACC0CE}" dt="2025-03-12T15:17:06.712" v="6" actId="478"/>
          <ac:cxnSpMkLst>
            <pc:docMk/>
            <pc:sldMk cId="3836622666" sldId="636"/>
            <ac:cxnSpMk id="26" creationId="{0FAF2598-2B85-43CA-90F6-A7FCFDC6C684}"/>
          </ac:cxnSpMkLst>
        </pc:cxnChg>
        <pc:cxnChg chg="del">
          <ac:chgData name="Cui, Jiahuan" userId="74189dc3-7c4e-4658-a955-b1919aec75a3" providerId="ADAL" clId="{8F9DCE47-3312-C54F-A564-68524BACC0CE}" dt="2025-03-12T15:17:06.712" v="6" actId="478"/>
          <ac:cxnSpMkLst>
            <pc:docMk/>
            <pc:sldMk cId="3836622666" sldId="636"/>
            <ac:cxnSpMk id="27" creationId="{06162891-E472-48D2-8FA4-1C9D17E903C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E6E16-4E3A-4AD1-BF8F-40C768BA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389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9A199-9094-412E-AD92-571A1458C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1131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Lecture 05 -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C9A199-9094-412E-AD92-571A1458CB65}" type="slidenum">
              <a:rPr lang="en-US" smtClean="0"/>
              <a:t>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DDEAD59-3789-4136-9022-85F70FDD1C5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1/20/2021</a:t>
            </a:r>
          </a:p>
        </p:txBody>
      </p:sp>
    </p:spTree>
    <p:extLst>
      <p:ext uri="{BB962C8B-B14F-4D97-AF65-F5344CB8AC3E}">
        <p14:creationId xmlns:p14="http://schemas.microsoft.com/office/powerpoint/2010/main" val="3783599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to find the pipe diameter at 6</a:t>
            </a:r>
          </a:p>
        </p:txBody>
      </p:sp>
    </p:spTree>
    <p:extLst>
      <p:ext uri="{BB962C8B-B14F-4D97-AF65-F5344CB8AC3E}">
        <p14:creationId xmlns:p14="http://schemas.microsoft.com/office/powerpoint/2010/main" val="1713786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597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state 5 and state 6</a:t>
            </a:r>
          </a:p>
        </p:txBody>
      </p:sp>
    </p:spTree>
    <p:extLst>
      <p:ext uri="{BB962C8B-B14F-4D97-AF65-F5344CB8AC3E}">
        <p14:creationId xmlns:p14="http://schemas.microsoft.com/office/powerpoint/2010/main" val="369953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50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 to think</a:t>
            </a:r>
          </a:p>
        </p:txBody>
      </p:sp>
    </p:spTree>
    <p:extLst>
      <p:ext uri="{BB962C8B-B14F-4D97-AF65-F5344CB8AC3E}">
        <p14:creationId xmlns:p14="http://schemas.microsoft.com/office/powerpoint/2010/main" val="1133872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53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 flow and counter flow heat exchanger.</a:t>
            </a:r>
          </a:p>
        </p:txBody>
      </p:sp>
    </p:spTree>
    <p:extLst>
      <p:ext uri="{BB962C8B-B14F-4D97-AF65-F5344CB8AC3E}">
        <p14:creationId xmlns:p14="http://schemas.microsoft.com/office/powerpoint/2010/main" val="3224531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to think</a:t>
            </a:r>
          </a:p>
        </p:txBody>
      </p:sp>
    </p:spTree>
    <p:extLst>
      <p:ext uri="{BB962C8B-B14F-4D97-AF65-F5344CB8AC3E}">
        <p14:creationId xmlns:p14="http://schemas.microsoft.com/office/powerpoint/2010/main" val="2651944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458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0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61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3019101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efficient power plant is around 60%.  30% is not a very good one.</a:t>
            </a:r>
          </a:p>
          <a:p>
            <a:r>
              <a:rPr lang="en-US" dirty="0"/>
              <a:t>More than one hour to do a full hour.  Make a mistake, the mistake continues onwards.</a:t>
            </a:r>
          </a:p>
        </p:txBody>
      </p:sp>
    </p:spTree>
    <p:extLst>
      <p:ext uri="{BB962C8B-B14F-4D97-AF65-F5344CB8AC3E}">
        <p14:creationId xmlns:p14="http://schemas.microsoft.com/office/powerpoint/2010/main" val="823374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A85-BA68-4A6E-89EC-89F77F1DBAA3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5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1F983-55B3-4486-B781-620F6DBD51A8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0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96A44-F112-465B-9F17-6AEA6575836A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2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0868-52FB-4F0E-9E4D-CD408078E6C2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D7E3-7B3F-4FC2-A5AD-80CAB07EB05E}" type="datetime1">
              <a:rPr lang="en-US" smtClean="0"/>
              <a:t>3/12/25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8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B53F-12C9-4728-B471-936897AB026F}" type="datetime1">
              <a:rPr lang="en-US" smtClean="0"/>
              <a:t>3/12/25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25B4-0C05-495D-A3E2-85B0ED0F6FCD}" type="datetime1">
              <a:rPr lang="en-US" smtClean="0"/>
              <a:t>3/12/25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8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0CB2-E014-4BC5-8CDD-632662D6D7CF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5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DCFA-11BF-42B2-BD96-FC517D0EB8FE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5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60C0-9620-432C-8D8D-9C06BB5BB575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3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E5B-EB16-47B8-B0BB-3B146A954241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812EF-7246-4ADC-BC0E-7B12542E4010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4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 200</a:t>
            </a:r>
            <a:br>
              <a:rPr lang="en-US" b="1" dirty="0"/>
            </a:br>
            <a:r>
              <a:rPr lang="en-US" sz="5300" b="1" dirty="0"/>
              <a:t>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Lecture 12 – Typical Power Cycle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9" y="26081"/>
            <a:ext cx="894522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4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33B6783-5FA4-4F01-8977-2B17BB58E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91" y="707015"/>
            <a:ext cx="6811963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EA03C33-9C28-4D34-84AC-254DC7AF0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1" y="5902249"/>
            <a:ext cx="1928813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113A2D-8A8E-407E-A52B-81392938A874}"/>
              </a:ext>
            </a:extLst>
          </p:cNvPr>
          <p:cNvSpPr/>
          <p:nvPr/>
        </p:nvSpPr>
        <p:spPr>
          <a:xfrm>
            <a:off x="5779026" y="2896295"/>
            <a:ext cx="2987514" cy="6502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94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c) Determine the diameter of pipe connecting turbine to the condenser.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977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33B6783-5FA4-4F01-8977-2B17BB58E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91" y="707015"/>
            <a:ext cx="6811963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EA03C33-9C28-4D34-84AC-254DC7AF0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1" y="5902249"/>
            <a:ext cx="1928813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113A2D-8A8E-407E-A52B-81392938A874}"/>
              </a:ext>
            </a:extLst>
          </p:cNvPr>
          <p:cNvSpPr/>
          <p:nvPr/>
        </p:nvSpPr>
        <p:spPr>
          <a:xfrm>
            <a:off x="5120772" y="3686004"/>
            <a:ext cx="2987514" cy="11169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13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Some Steady-Flow Engineering Devices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000" b="1" dirty="0"/>
              <a:t>Below are some engineering devices that operate essentially as SSSF processes: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4B9EE4-95DC-458D-A2E5-938F9FF44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8" y="1113184"/>
            <a:ext cx="9069705" cy="5332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670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What is a condenser?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319DE8-E894-43B7-AAE8-19B1E78D7584}"/>
              </a:ext>
            </a:extLst>
          </p:cNvPr>
          <p:cNvSpPr txBox="1"/>
          <p:nvPr/>
        </p:nvSpPr>
        <p:spPr>
          <a:xfrm>
            <a:off x="3013026" y="2212106"/>
            <a:ext cx="53212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lphaUcPeriod"/>
            </a:pPr>
            <a:r>
              <a:rPr lang="en-US" sz="2800" dirty="0"/>
              <a:t>Compressor</a:t>
            </a:r>
          </a:p>
          <a:p>
            <a:pPr marL="342900" indent="-342900">
              <a:spcAft>
                <a:spcPts val="1200"/>
              </a:spcAft>
              <a:buAutoNum type="alphaUcPeriod"/>
            </a:pPr>
            <a:r>
              <a:rPr lang="en-US" sz="2800" dirty="0"/>
              <a:t>Throttling device</a:t>
            </a:r>
          </a:p>
          <a:p>
            <a:pPr marL="342900" indent="-342900">
              <a:spcAft>
                <a:spcPts val="1200"/>
              </a:spcAft>
              <a:buAutoNum type="alphaUcPeriod"/>
            </a:pPr>
            <a:r>
              <a:rPr lang="en-US" sz="2800" dirty="0"/>
              <a:t>Mixing chamber</a:t>
            </a:r>
          </a:p>
          <a:p>
            <a:pPr marL="342900" indent="-342900">
              <a:spcAft>
                <a:spcPts val="1200"/>
              </a:spcAft>
              <a:buAutoNum type="alphaUcPeriod"/>
            </a:pPr>
            <a:r>
              <a:rPr lang="en-US" sz="2800" dirty="0"/>
              <a:t>Heat exchanger</a:t>
            </a:r>
          </a:p>
          <a:p>
            <a:pPr marL="342900" indent="-342900">
              <a:spcAft>
                <a:spcPts val="1200"/>
              </a:spcAft>
              <a:buAutoNum type="alphaUcPeriod"/>
            </a:pPr>
            <a:r>
              <a:rPr lang="en-US" sz="2800" dirty="0"/>
              <a:t>Diffuser</a:t>
            </a:r>
          </a:p>
        </p:txBody>
      </p:sp>
    </p:spTree>
    <p:extLst>
      <p:ext uri="{BB962C8B-B14F-4D97-AF65-F5344CB8AC3E}">
        <p14:creationId xmlns:p14="http://schemas.microsoft.com/office/powerpoint/2010/main" val="2743194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>
            <a:extLst>
              <a:ext uri="{FF2B5EF4-FFF2-40B4-BE49-F238E27FC236}">
                <a16:creationId xmlns:a16="http://schemas.microsoft.com/office/drawing/2014/main" id="{611FD31E-FD0F-4D6B-B349-61AA29B70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57" y="697518"/>
            <a:ext cx="855345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5D6F0C-BE2A-44D6-B2BE-80D1548E1343}"/>
              </a:ext>
            </a:extLst>
          </p:cNvPr>
          <p:cNvSpPr/>
          <p:nvPr/>
        </p:nvSpPr>
        <p:spPr>
          <a:xfrm>
            <a:off x="3619115" y="4531394"/>
            <a:ext cx="1642534" cy="1557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10A77BB-11BB-4FC6-A2E9-4CA9700F4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278" y="599612"/>
            <a:ext cx="3606350" cy="2717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1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d) Flow rate of cooling water through the condenser if the temperature of the cooling water increases from 15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</a:t>
            </a:r>
            <a:r>
              <a:rPr lang="en-US" altLang="zh-CN" sz="2400" b="1" dirty="0"/>
              <a:t> to 25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C.</a:t>
            </a:r>
            <a:endParaRPr lang="en-US" altLang="zh-CN" sz="24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4BAD1DC-A692-4D88-8E0E-25A841CB8ADA}"/>
              </a:ext>
            </a:extLst>
          </p:cNvPr>
          <p:cNvGrpSpPr/>
          <p:nvPr/>
        </p:nvGrpSpPr>
        <p:grpSpPr>
          <a:xfrm>
            <a:off x="149182" y="1842842"/>
            <a:ext cx="2422121" cy="2892401"/>
            <a:chOff x="6403447" y="2480734"/>
            <a:chExt cx="2422121" cy="2892401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45BA9C0F-8F48-471E-9098-DBA796F2C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447" y="2744788"/>
              <a:ext cx="2162175" cy="233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9ED4B-DE8A-4D63-BF52-D0C0A98C4199}"/>
                </a:ext>
              </a:extLst>
            </p:cNvPr>
            <p:cNvSpPr txBox="1"/>
            <p:nvPr/>
          </p:nvSpPr>
          <p:spPr>
            <a:xfrm>
              <a:off x="6705604" y="5003803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⑦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9C3D57-E871-4489-B76A-CDC3EA36941D}"/>
                </a:ext>
              </a:extLst>
            </p:cNvPr>
            <p:cNvSpPr txBox="1"/>
            <p:nvPr/>
          </p:nvSpPr>
          <p:spPr>
            <a:xfrm>
              <a:off x="6697139" y="248073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⑥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24D07E-8737-4D5B-87A1-69A1D4EC6F99}"/>
                </a:ext>
              </a:extLst>
            </p:cNvPr>
            <p:cNvSpPr txBox="1"/>
            <p:nvPr/>
          </p:nvSpPr>
          <p:spPr>
            <a:xfrm>
              <a:off x="8517475" y="403013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a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44AE7D-07E2-4403-B228-43F1BDDCD14E}"/>
                </a:ext>
              </a:extLst>
            </p:cNvPr>
            <p:cNvSpPr txBox="1"/>
            <p:nvPr/>
          </p:nvSpPr>
          <p:spPr>
            <a:xfrm>
              <a:off x="8517470" y="336973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b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EA63321-8F4F-46EE-8E16-3D1AE24ED15C}"/>
                </a:ext>
              </a:extLst>
            </p:cNvPr>
            <p:cNvSpPr/>
            <p:nvPr/>
          </p:nvSpPr>
          <p:spPr>
            <a:xfrm>
              <a:off x="8551336" y="34290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C6D46C-81BC-47A8-940B-25A659A0CC6F}"/>
                </a:ext>
              </a:extLst>
            </p:cNvPr>
            <p:cNvSpPr/>
            <p:nvPr/>
          </p:nvSpPr>
          <p:spPr>
            <a:xfrm>
              <a:off x="8551336" y="41148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3">
            <a:extLst>
              <a:ext uri="{FF2B5EF4-FFF2-40B4-BE49-F238E27FC236}">
                <a16:creationId xmlns:a16="http://schemas.microsoft.com/office/drawing/2014/main" id="{24FA91B3-337B-46B2-A4BF-F8A823635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07" y="1573802"/>
            <a:ext cx="6429375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93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d) Flow rate of cooling water through the condenser if the temperature of the cooling water increases from 15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</a:t>
            </a:r>
            <a:r>
              <a:rPr lang="en-US" altLang="zh-CN" sz="2400" b="1" dirty="0"/>
              <a:t> to 25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C.</a:t>
            </a:r>
            <a:endParaRPr lang="en-US" altLang="zh-CN" sz="24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4BAD1DC-A692-4D88-8E0E-25A841CB8ADA}"/>
              </a:ext>
            </a:extLst>
          </p:cNvPr>
          <p:cNvGrpSpPr/>
          <p:nvPr/>
        </p:nvGrpSpPr>
        <p:grpSpPr>
          <a:xfrm>
            <a:off x="149182" y="1842842"/>
            <a:ext cx="2422121" cy="2892401"/>
            <a:chOff x="6403447" y="2480734"/>
            <a:chExt cx="2422121" cy="2892401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45BA9C0F-8F48-471E-9098-DBA796F2C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447" y="2744788"/>
              <a:ext cx="2162175" cy="233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9ED4B-DE8A-4D63-BF52-D0C0A98C4199}"/>
                </a:ext>
              </a:extLst>
            </p:cNvPr>
            <p:cNvSpPr txBox="1"/>
            <p:nvPr/>
          </p:nvSpPr>
          <p:spPr>
            <a:xfrm>
              <a:off x="6705604" y="5003803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⑦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9C3D57-E871-4489-B76A-CDC3EA36941D}"/>
                </a:ext>
              </a:extLst>
            </p:cNvPr>
            <p:cNvSpPr txBox="1"/>
            <p:nvPr/>
          </p:nvSpPr>
          <p:spPr>
            <a:xfrm>
              <a:off x="6697139" y="248073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⑥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24D07E-8737-4D5B-87A1-69A1D4EC6F99}"/>
                </a:ext>
              </a:extLst>
            </p:cNvPr>
            <p:cNvSpPr txBox="1"/>
            <p:nvPr/>
          </p:nvSpPr>
          <p:spPr>
            <a:xfrm>
              <a:off x="8517475" y="403013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a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44AE7D-07E2-4403-B228-43F1BDDCD14E}"/>
                </a:ext>
              </a:extLst>
            </p:cNvPr>
            <p:cNvSpPr txBox="1"/>
            <p:nvPr/>
          </p:nvSpPr>
          <p:spPr>
            <a:xfrm>
              <a:off x="8517470" y="336973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b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EA63321-8F4F-46EE-8E16-3D1AE24ED15C}"/>
                </a:ext>
              </a:extLst>
            </p:cNvPr>
            <p:cNvSpPr/>
            <p:nvPr/>
          </p:nvSpPr>
          <p:spPr>
            <a:xfrm>
              <a:off x="8551336" y="34290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C6D46C-81BC-47A8-940B-25A659A0CC6F}"/>
                </a:ext>
              </a:extLst>
            </p:cNvPr>
            <p:cNvSpPr/>
            <p:nvPr/>
          </p:nvSpPr>
          <p:spPr>
            <a:xfrm>
              <a:off x="8551336" y="41148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3">
            <a:extLst>
              <a:ext uri="{FF2B5EF4-FFF2-40B4-BE49-F238E27FC236}">
                <a16:creationId xmlns:a16="http://schemas.microsoft.com/office/drawing/2014/main" id="{24FA91B3-337B-46B2-A4BF-F8A823635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07" y="1573802"/>
            <a:ext cx="6429375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D436DF-1D9E-4CA4-A629-A7E5B11480D8}"/>
              </a:ext>
            </a:extLst>
          </p:cNvPr>
          <p:cNvSpPr txBox="1"/>
          <p:nvPr/>
        </p:nvSpPr>
        <p:spPr>
          <a:xfrm>
            <a:off x="149182" y="4930255"/>
            <a:ext cx="3121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Which is the most likely design for a condenser?</a:t>
            </a:r>
          </a:p>
        </p:txBody>
      </p:sp>
    </p:spTree>
    <p:extLst>
      <p:ext uri="{BB962C8B-B14F-4D97-AF65-F5344CB8AC3E}">
        <p14:creationId xmlns:p14="http://schemas.microsoft.com/office/powerpoint/2010/main" val="208980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d) Flow rate of cooling water through the condenser if the temperature of the cooling water increases from 15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</a:t>
            </a:r>
            <a:r>
              <a:rPr lang="en-US" altLang="zh-CN" sz="2400" b="1" dirty="0"/>
              <a:t> to 25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C.</a:t>
            </a:r>
            <a:endParaRPr lang="en-US" altLang="zh-CN" sz="24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4BAD1DC-A692-4D88-8E0E-25A841CB8ADA}"/>
              </a:ext>
            </a:extLst>
          </p:cNvPr>
          <p:cNvGrpSpPr/>
          <p:nvPr/>
        </p:nvGrpSpPr>
        <p:grpSpPr>
          <a:xfrm>
            <a:off x="149182" y="1842842"/>
            <a:ext cx="2422121" cy="2892401"/>
            <a:chOff x="6403447" y="2480734"/>
            <a:chExt cx="2422121" cy="2892401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45BA9C0F-8F48-471E-9098-DBA796F2C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447" y="2744788"/>
              <a:ext cx="2162175" cy="233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9ED4B-DE8A-4D63-BF52-D0C0A98C4199}"/>
                </a:ext>
              </a:extLst>
            </p:cNvPr>
            <p:cNvSpPr txBox="1"/>
            <p:nvPr/>
          </p:nvSpPr>
          <p:spPr>
            <a:xfrm>
              <a:off x="6705604" y="5003803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⑦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9C3D57-E871-4489-B76A-CDC3EA36941D}"/>
                </a:ext>
              </a:extLst>
            </p:cNvPr>
            <p:cNvSpPr txBox="1"/>
            <p:nvPr/>
          </p:nvSpPr>
          <p:spPr>
            <a:xfrm>
              <a:off x="6697139" y="248073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⑥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24D07E-8737-4D5B-87A1-69A1D4EC6F99}"/>
                </a:ext>
              </a:extLst>
            </p:cNvPr>
            <p:cNvSpPr txBox="1"/>
            <p:nvPr/>
          </p:nvSpPr>
          <p:spPr>
            <a:xfrm>
              <a:off x="8517475" y="403013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a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44AE7D-07E2-4403-B228-43F1BDDCD14E}"/>
                </a:ext>
              </a:extLst>
            </p:cNvPr>
            <p:cNvSpPr txBox="1"/>
            <p:nvPr/>
          </p:nvSpPr>
          <p:spPr>
            <a:xfrm>
              <a:off x="8517470" y="336973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b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EA63321-8F4F-46EE-8E16-3D1AE24ED15C}"/>
                </a:ext>
              </a:extLst>
            </p:cNvPr>
            <p:cNvSpPr/>
            <p:nvPr/>
          </p:nvSpPr>
          <p:spPr>
            <a:xfrm>
              <a:off x="8551336" y="34290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C6D46C-81BC-47A8-940B-25A659A0CC6F}"/>
                </a:ext>
              </a:extLst>
            </p:cNvPr>
            <p:cNvSpPr/>
            <p:nvPr/>
          </p:nvSpPr>
          <p:spPr>
            <a:xfrm>
              <a:off x="8551336" y="41148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8E12593A-7F40-4E3E-AB1F-171708125BFF}"/>
              </a:ext>
            </a:extLst>
          </p:cNvPr>
          <p:cNvSpPr txBox="1">
            <a:spLocks noChangeArrowheads="1"/>
          </p:cNvSpPr>
          <p:nvPr/>
        </p:nvSpPr>
        <p:spPr>
          <a:xfrm>
            <a:off x="3085431" y="1984207"/>
            <a:ext cx="5759861" cy="4114800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b="1" dirty="0">
                <a:solidFill>
                  <a:schemeClr val="tx1"/>
                </a:solidFill>
              </a:rPr>
              <a:t>Assumptions for </a:t>
            </a:r>
            <a:r>
              <a:rPr lang="en-US" altLang="en-US" sz="2200" b="1" dirty="0">
                <a:solidFill>
                  <a:srgbClr val="FF0000"/>
                </a:solidFill>
              </a:rPr>
              <a:t>non-mixed heat exchanger: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</a:rPr>
              <a:t>No work transfer.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</a:rPr>
              <a:t>Steady state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</a:rPr>
              <a:t>Negligible heat loss.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</a:rPr>
              <a:t>Neglect changes in PE and KE.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</a:rPr>
              <a:t>Lumped analysis is sufficient.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</a:rPr>
              <a:t>Properties are defined at inlets to both fluid streams.</a:t>
            </a:r>
          </a:p>
          <a:p>
            <a:pPr algn="l">
              <a:buFontTx/>
              <a:buNone/>
            </a:pPr>
            <a:endParaRPr lang="en-US" altLang="en-US" sz="22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429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d) Flow rate of cooling water through the condenser if the temperature of the cooling water increases from 15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</a:t>
            </a:r>
            <a:r>
              <a:rPr lang="en-US" altLang="zh-CN" sz="2400" b="1" dirty="0"/>
              <a:t> to 25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C.</a:t>
            </a:r>
            <a:endParaRPr lang="en-US" altLang="zh-CN" sz="24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4BAD1DC-A692-4D88-8E0E-25A841CB8ADA}"/>
              </a:ext>
            </a:extLst>
          </p:cNvPr>
          <p:cNvGrpSpPr/>
          <p:nvPr/>
        </p:nvGrpSpPr>
        <p:grpSpPr>
          <a:xfrm>
            <a:off x="149182" y="1842842"/>
            <a:ext cx="2422121" cy="2892401"/>
            <a:chOff x="6403447" y="2480734"/>
            <a:chExt cx="2422121" cy="2892401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45BA9C0F-8F48-471E-9098-DBA796F2C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447" y="2744788"/>
              <a:ext cx="2162175" cy="233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9ED4B-DE8A-4D63-BF52-D0C0A98C4199}"/>
                </a:ext>
              </a:extLst>
            </p:cNvPr>
            <p:cNvSpPr txBox="1"/>
            <p:nvPr/>
          </p:nvSpPr>
          <p:spPr>
            <a:xfrm>
              <a:off x="6705604" y="5003803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⑦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9C3D57-E871-4489-B76A-CDC3EA36941D}"/>
                </a:ext>
              </a:extLst>
            </p:cNvPr>
            <p:cNvSpPr txBox="1"/>
            <p:nvPr/>
          </p:nvSpPr>
          <p:spPr>
            <a:xfrm>
              <a:off x="6697139" y="248073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⑥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24D07E-8737-4D5B-87A1-69A1D4EC6F99}"/>
                </a:ext>
              </a:extLst>
            </p:cNvPr>
            <p:cNvSpPr txBox="1"/>
            <p:nvPr/>
          </p:nvSpPr>
          <p:spPr>
            <a:xfrm>
              <a:off x="8517475" y="403013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a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44AE7D-07E2-4403-B228-43F1BDDCD14E}"/>
                </a:ext>
              </a:extLst>
            </p:cNvPr>
            <p:cNvSpPr txBox="1"/>
            <p:nvPr/>
          </p:nvSpPr>
          <p:spPr>
            <a:xfrm>
              <a:off x="8517470" y="336973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b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EA63321-8F4F-46EE-8E16-3D1AE24ED15C}"/>
                </a:ext>
              </a:extLst>
            </p:cNvPr>
            <p:cNvSpPr/>
            <p:nvPr/>
          </p:nvSpPr>
          <p:spPr>
            <a:xfrm>
              <a:off x="8551336" y="34290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C6D46C-81BC-47A8-940B-25A659A0CC6F}"/>
                </a:ext>
              </a:extLst>
            </p:cNvPr>
            <p:cNvSpPr/>
            <p:nvPr/>
          </p:nvSpPr>
          <p:spPr>
            <a:xfrm>
              <a:off x="8551336" y="41148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1B593F-03D0-40D8-912E-B4E79F49E109}"/>
              </a:ext>
            </a:extLst>
          </p:cNvPr>
          <p:cNvSpPr txBox="1"/>
          <p:nvPr/>
        </p:nvSpPr>
        <p:spPr>
          <a:xfrm>
            <a:off x="3232727" y="1827427"/>
            <a:ext cx="1537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C.V. #1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A559D-F66A-426C-B7C1-2AAC4900BEFE}"/>
              </a:ext>
            </a:extLst>
          </p:cNvPr>
          <p:cNvSpPr/>
          <p:nvPr/>
        </p:nvSpPr>
        <p:spPr>
          <a:xfrm>
            <a:off x="92364" y="2461491"/>
            <a:ext cx="807686" cy="1609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A67A4BE-8782-4C9E-AD87-A9BFC794EB91}"/>
              </a:ext>
            </a:extLst>
          </p:cNvPr>
          <p:cNvSpPr/>
          <p:nvPr/>
        </p:nvSpPr>
        <p:spPr>
          <a:xfrm>
            <a:off x="632691" y="3266340"/>
            <a:ext cx="540327" cy="1003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228E9E-A0E1-4D7E-9A1A-7C2E5ABC5477}"/>
                  </a:ext>
                </a:extLst>
              </p:cNvPr>
              <p:cNvSpPr txBox="1"/>
              <p:nvPr/>
            </p:nvSpPr>
            <p:spPr>
              <a:xfrm>
                <a:off x="385564" y="3172739"/>
                <a:ext cx="215123" cy="287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228E9E-A0E1-4D7E-9A1A-7C2E5ABC5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64" y="3172739"/>
                <a:ext cx="215123" cy="287515"/>
              </a:xfrm>
              <a:prstGeom prst="rect">
                <a:avLst/>
              </a:prstGeom>
              <a:blipFill>
                <a:blip r:embed="rId7"/>
                <a:stretch>
                  <a:fillRect l="-36111" t="-12500" r="-38889" b="-2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6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 animBg="1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d) Flow rate of cooling water through the condenser if the temperature of the cooling water increases from 15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</a:t>
            </a:r>
            <a:r>
              <a:rPr lang="en-US" altLang="zh-CN" sz="2400" b="1" dirty="0"/>
              <a:t> to 25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C.</a:t>
            </a:r>
            <a:endParaRPr lang="en-US" altLang="zh-CN" sz="24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4BAD1DC-A692-4D88-8E0E-25A841CB8ADA}"/>
              </a:ext>
            </a:extLst>
          </p:cNvPr>
          <p:cNvGrpSpPr/>
          <p:nvPr/>
        </p:nvGrpSpPr>
        <p:grpSpPr>
          <a:xfrm>
            <a:off x="149182" y="1842842"/>
            <a:ext cx="2422121" cy="2892401"/>
            <a:chOff x="6403447" y="2480734"/>
            <a:chExt cx="2422121" cy="2892401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45BA9C0F-8F48-471E-9098-DBA796F2C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447" y="2744788"/>
              <a:ext cx="2162175" cy="233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9ED4B-DE8A-4D63-BF52-D0C0A98C4199}"/>
                </a:ext>
              </a:extLst>
            </p:cNvPr>
            <p:cNvSpPr txBox="1"/>
            <p:nvPr/>
          </p:nvSpPr>
          <p:spPr>
            <a:xfrm>
              <a:off x="6705604" y="5003803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⑦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9C3D57-E871-4489-B76A-CDC3EA36941D}"/>
                </a:ext>
              </a:extLst>
            </p:cNvPr>
            <p:cNvSpPr txBox="1"/>
            <p:nvPr/>
          </p:nvSpPr>
          <p:spPr>
            <a:xfrm>
              <a:off x="6697139" y="248073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⑥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24D07E-8737-4D5B-87A1-69A1D4EC6F99}"/>
                </a:ext>
              </a:extLst>
            </p:cNvPr>
            <p:cNvSpPr txBox="1"/>
            <p:nvPr/>
          </p:nvSpPr>
          <p:spPr>
            <a:xfrm>
              <a:off x="8517475" y="403013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a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44AE7D-07E2-4403-B228-43F1BDDCD14E}"/>
                </a:ext>
              </a:extLst>
            </p:cNvPr>
            <p:cNvSpPr txBox="1"/>
            <p:nvPr/>
          </p:nvSpPr>
          <p:spPr>
            <a:xfrm>
              <a:off x="8517470" y="336973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Cambria Math"/>
                  <a:ea typeface="Cambria Math"/>
                </a:rPr>
                <a:t>b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EA63321-8F4F-46EE-8E16-3D1AE24ED15C}"/>
                </a:ext>
              </a:extLst>
            </p:cNvPr>
            <p:cNvSpPr/>
            <p:nvPr/>
          </p:nvSpPr>
          <p:spPr>
            <a:xfrm>
              <a:off x="8551336" y="34290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C6D46C-81BC-47A8-940B-25A659A0CC6F}"/>
                </a:ext>
              </a:extLst>
            </p:cNvPr>
            <p:cNvSpPr/>
            <p:nvPr/>
          </p:nvSpPr>
          <p:spPr>
            <a:xfrm>
              <a:off x="8551336" y="4114801"/>
              <a:ext cx="237067" cy="23706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D2E7DA7-4092-4429-9AED-7EEC362621BD}"/>
              </a:ext>
            </a:extLst>
          </p:cNvPr>
          <p:cNvSpPr txBox="1"/>
          <p:nvPr/>
        </p:nvSpPr>
        <p:spPr>
          <a:xfrm>
            <a:off x="1251835" y="1693404"/>
            <a:ext cx="1537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C.V. #2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F593B9-8154-432F-80A9-EB217A23873D}"/>
              </a:ext>
            </a:extLst>
          </p:cNvPr>
          <p:cNvSpPr/>
          <p:nvPr/>
        </p:nvSpPr>
        <p:spPr>
          <a:xfrm>
            <a:off x="92364" y="2461491"/>
            <a:ext cx="1477818" cy="1609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2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33B6783-5FA4-4F01-8977-2B17BB58E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91" y="707015"/>
            <a:ext cx="6811963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EA03C33-9C28-4D34-84AC-254DC7AF0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1" y="5902249"/>
            <a:ext cx="1928813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113A2D-8A8E-407E-A52B-81392938A874}"/>
              </a:ext>
            </a:extLst>
          </p:cNvPr>
          <p:cNvSpPr/>
          <p:nvPr/>
        </p:nvSpPr>
        <p:spPr>
          <a:xfrm>
            <a:off x="1490067" y="4052166"/>
            <a:ext cx="892899" cy="542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8C6621-42BA-4F88-AAC0-C312DC32BF11}"/>
              </a:ext>
            </a:extLst>
          </p:cNvPr>
          <p:cNvSpPr/>
          <p:nvPr/>
        </p:nvSpPr>
        <p:spPr>
          <a:xfrm>
            <a:off x="1490067" y="1710748"/>
            <a:ext cx="892899" cy="542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7F26F2-E261-47E6-8E33-E12BA304B233}"/>
              </a:ext>
            </a:extLst>
          </p:cNvPr>
          <p:cNvSpPr/>
          <p:nvPr/>
        </p:nvSpPr>
        <p:spPr>
          <a:xfrm>
            <a:off x="6536310" y="1821585"/>
            <a:ext cx="892899" cy="542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2FCB2F-E5A8-41DA-B78C-A695DD15CC44}"/>
              </a:ext>
            </a:extLst>
          </p:cNvPr>
          <p:cNvSpPr/>
          <p:nvPr/>
        </p:nvSpPr>
        <p:spPr>
          <a:xfrm>
            <a:off x="7128867" y="4063856"/>
            <a:ext cx="892899" cy="542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59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e) What is the “efficiency” of the cycle?</a:t>
            </a:r>
            <a:endParaRPr lang="en-US" altLang="zh-CN" sz="2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F79374-95D4-406E-B88D-723E6AB32743}"/>
                  </a:ext>
                </a:extLst>
              </p:cNvPr>
              <p:cNvSpPr txBox="1"/>
              <p:nvPr/>
            </p:nvSpPr>
            <p:spPr>
              <a:xfrm>
                <a:off x="2662382" y="1595735"/>
                <a:ext cx="3268908" cy="7549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Cycle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eff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nary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∮"/>
                              <m:limLoc m:val="undOvr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∮"/>
                              <m:limLoc m:val="undOvr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</m:nary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F79374-95D4-406E-B88D-723E6AB32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382" y="1595735"/>
                <a:ext cx="3268908" cy="754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3B21F3-1761-4968-BDDA-1BF04EE1B11A}"/>
                  </a:ext>
                </a:extLst>
              </p:cNvPr>
              <p:cNvSpPr txBox="1"/>
              <p:nvPr/>
            </p:nvSpPr>
            <p:spPr>
              <a:xfrm>
                <a:off x="2384610" y="2774555"/>
                <a:ext cx="3725572" cy="6384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Cycle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eff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What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you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want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What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you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pay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to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get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it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3B21F3-1761-4968-BDDA-1BF04EE1B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610" y="2774555"/>
                <a:ext cx="3725572" cy="6384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BC722B2-363D-4C80-B3F7-6154475A5D68}"/>
              </a:ext>
            </a:extLst>
          </p:cNvPr>
          <p:cNvSpPr txBox="1"/>
          <p:nvPr/>
        </p:nvSpPr>
        <p:spPr>
          <a:xfrm>
            <a:off x="3592629" y="1636528"/>
            <a:ext cx="4621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7579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8828</TotalTime>
  <Words>419</Words>
  <Application>Microsoft Macintosh PowerPoint</Application>
  <PresentationFormat>On-screen Show (4:3)</PresentationFormat>
  <Paragraphs>74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ME 200 Thermodynamics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400 Energy Conversion Systems</dc:title>
  <dc:creator>tim</dc:creator>
  <cp:lastModifiedBy>Cui, Jiahuan</cp:lastModifiedBy>
  <cp:revision>1029</cp:revision>
  <cp:lastPrinted>2020-12-05T11:29:22Z</cp:lastPrinted>
  <dcterms:created xsi:type="dcterms:W3CDTF">2020-09-13T00:30:36Z</dcterms:created>
  <dcterms:modified xsi:type="dcterms:W3CDTF">2025-03-12T15:17:29Z</dcterms:modified>
</cp:coreProperties>
</file>